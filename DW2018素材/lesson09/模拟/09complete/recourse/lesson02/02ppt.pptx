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61" r:id="rId2"/>
    <p:sldId id="262" r:id="rId3"/>
    <p:sldId id="263" r:id="rId4"/>
    <p:sldId id="264" r:id="rId5"/>
    <p:sldId id="293" r:id="rId6"/>
    <p:sldId id="298" r:id="rId7"/>
    <p:sldId id="294" r:id="rId8"/>
    <p:sldId id="295" r:id="rId9"/>
    <p:sldId id="266" r:id="rId10"/>
    <p:sldId id="296" r:id="rId11"/>
    <p:sldId id="267" r:id="rId12"/>
    <p:sldId id="269" r:id="rId13"/>
    <p:sldId id="271" r:id="rId14"/>
    <p:sldId id="273" r:id="rId15"/>
    <p:sldId id="272" r:id="rId16"/>
    <p:sldId id="297" r:id="rId17"/>
    <p:sldId id="289" r:id="rId18"/>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Calibri" panose="020F0502020204030204" pitchFamily="34" charset="0"/>
        <a:ea typeface="宋体" panose="02010600030101010101" pitchFamily="2" charset="-122"/>
      </a:defRPr>
    </a:lvl9pPr>
  </p:defaultTextStyle>
  <p:extLst>
    <p:ext uri="{EFAFB233-063F-42B5-8137-9DF3F51BA10A}">
      <p15:sldGuideLst xmlns="" xmlns:p15="http://schemas.microsoft.com/office/powerpoint/2012/main">
        <p15:guide id="1" orient="horz" pos="2103">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50" autoAdjust="0"/>
    <p:restoredTop sz="94660"/>
  </p:normalViewPr>
  <p:slideViewPr>
    <p:cSldViewPr showGuides="1">
      <p:cViewPr varScale="1">
        <p:scale>
          <a:sx n="66" d="100"/>
          <a:sy n="66" d="100"/>
        </p:scale>
        <p:origin x="-1476" y="-102"/>
      </p:cViewPr>
      <p:guideLst>
        <p:guide orient="horz" pos="2103"/>
        <p:guide pos="2884"/>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D4E6ECF-33C0-43B8-9EF8-5A488AA5EDE9}" type="doc">
      <dgm:prSet loTypeId="urn:microsoft.com/office/officeart/2005/8/layout/list1#1" loCatId="list" qsTypeId="urn:microsoft.com/office/officeart/2005/8/quickstyle/3d3#1" qsCatId="3D" csTypeId="urn:microsoft.com/office/officeart/2005/8/colors/accent1_2#1" csCatId="accent1" phldr="1"/>
      <dgm:spPr/>
      <dgm:t>
        <a:bodyPr/>
        <a:lstStyle/>
        <a:p>
          <a:endParaRPr lang="zh-CN" altLang="en-US"/>
        </a:p>
      </dgm:t>
    </dgm:pt>
    <dgm:pt modelId="{8A5359BF-EF14-43B9-9EC8-8BF71AB974FB}">
      <dgm:prSet custT="1"/>
      <dgm:spPr/>
      <dgm:t>
        <a:bodyPr/>
        <a:lstStyle/>
        <a:p>
          <a:pPr rtl="0"/>
          <a:r>
            <a:rPr lang="en-US" sz="1800" dirty="0" smtClean="0"/>
            <a:t>1.</a:t>
          </a:r>
          <a:r>
            <a:rPr lang="zh-CN" sz="1800" dirty="0" smtClean="0"/>
            <a:t>理解图像的分辨率和尺寸</a:t>
          </a:r>
          <a:endParaRPr lang="zh-CN" sz="1800" dirty="0"/>
        </a:p>
      </dgm:t>
    </dgm:pt>
    <dgm:pt modelId="{BE3A1751-C1DC-484C-99E2-D90424E230C8}" type="parTrans" cxnId="{19653703-FEFD-4212-8477-2D7252ABC71F}">
      <dgm:prSet/>
      <dgm:spPr/>
      <dgm:t>
        <a:bodyPr/>
        <a:lstStyle/>
        <a:p>
          <a:endParaRPr lang="zh-CN" altLang="en-US"/>
        </a:p>
      </dgm:t>
    </dgm:pt>
    <dgm:pt modelId="{A462625F-83BE-4134-AF6A-B34E5CDFC26D}" type="sibTrans" cxnId="{19653703-FEFD-4212-8477-2D7252ABC71F}">
      <dgm:prSet/>
      <dgm:spPr/>
      <dgm:t>
        <a:bodyPr/>
        <a:lstStyle/>
        <a:p>
          <a:endParaRPr lang="zh-CN" altLang="en-US"/>
        </a:p>
      </dgm:t>
    </dgm:pt>
    <dgm:pt modelId="{332A672E-38DC-4D6D-A3CD-FC4740152A3C}">
      <dgm:prSet custT="1"/>
      <dgm:spPr/>
      <dgm:t>
        <a:bodyPr/>
        <a:lstStyle/>
        <a:p>
          <a:pPr rtl="0"/>
          <a:r>
            <a:rPr lang="en-US" sz="1800" dirty="0" smtClean="0"/>
            <a:t>3.</a:t>
          </a:r>
          <a:r>
            <a:rPr lang="zh-CN" sz="1800" dirty="0" smtClean="0"/>
            <a:t>调整图像的色调范围</a:t>
          </a:r>
          <a:endParaRPr lang="zh-CN" sz="1800" dirty="0"/>
        </a:p>
      </dgm:t>
    </dgm:pt>
    <dgm:pt modelId="{CFC0A38F-080E-4CBB-B80C-3A6E9143C224}" type="parTrans" cxnId="{26C97006-1A13-4086-A490-E208FE7782ED}">
      <dgm:prSet/>
      <dgm:spPr/>
      <dgm:t>
        <a:bodyPr/>
        <a:lstStyle/>
        <a:p>
          <a:endParaRPr lang="zh-CN" altLang="en-US"/>
        </a:p>
      </dgm:t>
    </dgm:pt>
    <dgm:pt modelId="{59186BD1-8FB1-4622-889C-D39EC36B3695}" type="sibTrans" cxnId="{26C97006-1A13-4086-A490-E208FE7782ED}">
      <dgm:prSet/>
      <dgm:spPr/>
      <dgm:t>
        <a:bodyPr/>
        <a:lstStyle/>
        <a:p>
          <a:endParaRPr lang="zh-CN" altLang="en-US"/>
        </a:p>
      </dgm:t>
    </dgm:pt>
    <dgm:pt modelId="{E9CF6526-CCE2-4117-840A-8F1E4EB4A800}">
      <dgm:prSet custT="1"/>
      <dgm:spPr/>
      <dgm:t>
        <a:bodyPr/>
        <a:lstStyle/>
        <a:p>
          <a:pPr rtl="0"/>
          <a:r>
            <a:rPr lang="en-US" sz="1800" dirty="0" smtClean="0"/>
            <a:t>4.</a:t>
          </a:r>
          <a:r>
            <a:rPr lang="zh-CN" sz="1800" dirty="0" smtClean="0"/>
            <a:t>使用污点修复工具修复图像的一部分</a:t>
          </a:r>
          <a:endParaRPr lang="zh-CN" sz="1800" dirty="0"/>
        </a:p>
      </dgm:t>
    </dgm:pt>
    <dgm:pt modelId="{3EF80FAE-F24B-44E4-B301-6FFD0E198910}" type="parTrans" cxnId="{9D04D59E-0EFD-4307-9634-87B6EE0A686A}">
      <dgm:prSet/>
      <dgm:spPr/>
      <dgm:t>
        <a:bodyPr/>
        <a:lstStyle/>
        <a:p>
          <a:endParaRPr lang="zh-CN" altLang="en-US"/>
        </a:p>
      </dgm:t>
    </dgm:pt>
    <dgm:pt modelId="{BA9C4E06-A5F8-43C7-B0B9-370CDDBD05DC}" type="sibTrans" cxnId="{9D04D59E-0EFD-4307-9634-87B6EE0A686A}">
      <dgm:prSet/>
      <dgm:spPr/>
      <dgm:t>
        <a:bodyPr/>
        <a:lstStyle/>
        <a:p>
          <a:endParaRPr lang="zh-CN" altLang="en-US"/>
        </a:p>
      </dgm:t>
    </dgm:pt>
    <dgm:pt modelId="{556A92E5-B85F-4DD1-B8D6-102BC49B4E66}">
      <dgm:prSet custT="1"/>
      <dgm:spPr/>
      <dgm:t>
        <a:bodyPr/>
        <a:lstStyle/>
        <a:p>
          <a:pPr rtl="0"/>
          <a:r>
            <a:rPr lang="en-US" sz="1800" dirty="0" smtClean="0"/>
            <a:t>5.</a:t>
          </a:r>
          <a:r>
            <a:rPr lang="zh-CN" sz="1800" dirty="0" smtClean="0"/>
            <a:t>使用修补工具来替换图像区域</a:t>
          </a:r>
          <a:endParaRPr lang="zh-CN" sz="1800" dirty="0"/>
        </a:p>
      </dgm:t>
    </dgm:pt>
    <dgm:pt modelId="{A1D8C817-A714-4FF8-80E7-B07D5984AEA0}" type="parTrans" cxnId="{F65302A3-9903-4D5D-BC8F-4653618571E6}">
      <dgm:prSet/>
      <dgm:spPr/>
      <dgm:t>
        <a:bodyPr/>
        <a:lstStyle/>
        <a:p>
          <a:endParaRPr lang="zh-CN" altLang="en-US"/>
        </a:p>
      </dgm:t>
    </dgm:pt>
    <dgm:pt modelId="{8DED9140-7930-4B24-AB90-5316C864FAF8}" type="sibTrans" cxnId="{F65302A3-9903-4D5D-BC8F-4653618571E6}">
      <dgm:prSet/>
      <dgm:spPr/>
      <dgm:t>
        <a:bodyPr/>
        <a:lstStyle/>
        <a:p>
          <a:endParaRPr lang="zh-CN" altLang="en-US"/>
        </a:p>
      </dgm:t>
    </dgm:pt>
    <dgm:pt modelId="{B291C539-DE47-4549-A46D-499F28AA7ADD}">
      <dgm:prSet custT="1"/>
      <dgm:spPr/>
      <dgm:t>
        <a:bodyPr/>
        <a:lstStyle/>
        <a:p>
          <a:pPr rtl="0"/>
          <a:r>
            <a:rPr lang="en-US" sz="1800" dirty="0" smtClean="0"/>
            <a:t>6.</a:t>
          </a:r>
          <a:r>
            <a:rPr lang="zh-CN" sz="1800" dirty="0" smtClean="0"/>
            <a:t>从图像中删除文字痕迹</a:t>
          </a:r>
          <a:endParaRPr lang="zh-CN" sz="1800" dirty="0"/>
        </a:p>
      </dgm:t>
    </dgm:pt>
    <dgm:pt modelId="{137B11E6-B00B-450B-885F-A7448E81709D}" type="parTrans" cxnId="{1B8D9C9F-9141-47E3-AA64-8CF59B075969}">
      <dgm:prSet/>
      <dgm:spPr/>
      <dgm:t>
        <a:bodyPr/>
        <a:lstStyle/>
        <a:p>
          <a:endParaRPr lang="zh-CN" altLang="en-US"/>
        </a:p>
      </dgm:t>
    </dgm:pt>
    <dgm:pt modelId="{F7C489D0-29DC-402E-BEBD-825C8575CCA9}" type="sibTrans" cxnId="{1B8D9C9F-9141-47E3-AA64-8CF59B075969}">
      <dgm:prSet/>
      <dgm:spPr/>
      <dgm:t>
        <a:bodyPr/>
        <a:lstStyle/>
        <a:p>
          <a:endParaRPr lang="zh-CN" altLang="en-US"/>
        </a:p>
      </dgm:t>
    </dgm:pt>
    <dgm:pt modelId="{D85EA115-5E61-4A2D-AC40-3818260F90EE}">
      <dgm:prSet custT="1"/>
      <dgm:spPr/>
      <dgm:t>
        <a:bodyPr/>
        <a:lstStyle/>
        <a:p>
          <a:pPr rtl="0"/>
          <a:r>
            <a:rPr lang="en-US" altLang="zh-CN" sz="1800" dirty="0" smtClean="0"/>
            <a:t>2.</a:t>
          </a:r>
          <a:r>
            <a:rPr lang="zh-CN" sz="1800" dirty="0" smtClean="0"/>
            <a:t>修齐和裁剪图像</a:t>
          </a:r>
          <a:endParaRPr lang="zh-CN" sz="1800" dirty="0"/>
        </a:p>
      </dgm:t>
    </dgm:pt>
    <dgm:pt modelId="{5E95DACD-68F4-4031-8443-8168D526A8B2}" type="parTrans" cxnId="{2EA96FBC-7EE0-4ADC-BB57-F35AC6392AB6}">
      <dgm:prSet/>
      <dgm:spPr/>
      <dgm:t>
        <a:bodyPr/>
        <a:lstStyle/>
        <a:p>
          <a:endParaRPr lang="zh-CN" altLang="en-US"/>
        </a:p>
      </dgm:t>
    </dgm:pt>
    <dgm:pt modelId="{94693035-7174-46C9-BF81-BD5BE60C465A}" type="sibTrans" cxnId="{2EA96FBC-7EE0-4ADC-BB57-F35AC6392AB6}">
      <dgm:prSet/>
      <dgm:spPr/>
      <dgm:t>
        <a:bodyPr/>
        <a:lstStyle/>
        <a:p>
          <a:endParaRPr lang="zh-CN" altLang="en-US"/>
        </a:p>
      </dgm:t>
    </dgm:pt>
    <dgm:pt modelId="{6F46A95F-4762-47D3-A61A-F1B5ADA6377A}">
      <dgm:prSet custT="1"/>
      <dgm:spPr/>
      <dgm:t>
        <a:bodyPr/>
        <a:lstStyle/>
        <a:p>
          <a:pPr rtl="0"/>
          <a:r>
            <a:rPr lang="en-US" altLang="zh-CN" sz="1800" dirty="0" smtClean="0"/>
            <a:t>7.</a:t>
          </a:r>
          <a:r>
            <a:rPr lang="zh-CN" sz="1800" dirty="0" smtClean="0"/>
            <a:t>应用智能滤镜来完成照片修饰过程</a:t>
          </a:r>
          <a:endParaRPr lang="zh-CN" sz="1800" dirty="0"/>
        </a:p>
      </dgm:t>
    </dgm:pt>
    <dgm:pt modelId="{3F2DCBD7-3E97-4808-BCE8-66E7FC13832C}" type="parTrans" cxnId="{9E917AF0-9498-432E-BC0A-135629285539}">
      <dgm:prSet/>
      <dgm:spPr/>
      <dgm:t>
        <a:bodyPr/>
        <a:lstStyle/>
        <a:p>
          <a:endParaRPr lang="zh-CN" altLang="en-US"/>
        </a:p>
      </dgm:t>
    </dgm:pt>
    <dgm:pt modelId="{69D7263F-8CBA-47B6-BAB8-B1857AFDE0D9}" type="sibTrans" cxnId="{9E917AF0-9498-432E-BC0A-135629285539}">
      <dgm:prSet/>
      <dgm:spPr/>
      <dgm:t>
        <a:bodyPr/>
        <a:lstStyle/>
        <a:p>
          <a:endParaRPr lang="zh-CN" altLang="en-US"/>
        </a:p>
      </dgm:t>
    </dgm:pt>
    <dgm:pt modelId="{C1AF31DF-DC72-4309-AA34-909F27EB8325}" type="pres">
      <dgm:prSet presAssocID="{CD4E6ECF-33C0-43B8-9EF8-5A488AA5EDE9}" presName="linear" presStyleCnt="0">
        <dgm:presLayoutVars>
          <dgm:dir/>
          <dgm:animLvl val="lvl"/>
          <dgm:resizeHandles val="exact"/>
        </dgm:presLayoutVars>
      </dgm:prSet>
      <dgm:spPr/>
      <dgm:t>
        <a:bodyPr/>
        <a:lstStyle/>
        <a:p>
          <a:endParaRPr lang="zh-CN" altLang="en-US"/>
        </a:p>
      </dgm:t>
    </dgm:pt>
    <dgm:pt modelId="{84848FD8-63AD-4E10-893F-4EBD7CA60C31}" type="pres">
      <dgm:prSet presAssocID="{8A5359BF-EF14-43B9-9EC8-8BF71AB974FB}" presName="parentLin" presStyleCnt="0"/>
      <dgm:spPr/>
    </dgm:pt>
    <dgm:pt modelId="{74315AD1-ACFA-4F9A-B2A2-090016D79A61}" type="pres">
      <dgm:prSet presAssocID="{8A5359BF-EF14-43B9-9EC8-8BF71AB974FB}" presName="parentLeftMargin" presStyleLbl="node1" presStyleIdx="0" presStyleCnt="7"/>
      <dgm:spPr/>
      <dgm:t>
        <a:bodyPr/>
        <a:lstStyle/>
        <a:p>
          <a:endParaRPr lang="zh-CN" altLang="en-US"/>
        </a:p>
      </dgm:t>
    </dgm:pt>
    <dgm:pt modelId="{EBA6F1DE-C94D-43F0-AB5F-606DD846573F}" type="pres">
      <dgm:prSet presAssocID="{8A5359BF-EF14-43B9-9EC8-8BF71AB974FB}" presName="parentText" presStyleLbl="node1" presStyleIdx="0" presStyleCnt="7">
        <dgm:presLayoutVars>
          <dgm:chMax val="0"/>
          <dgm:bulletEnabled val="1"/>
        </dgm:presLayoutVars>
      </dgm:prSet>
      <dgm:spPr/>
      <dgm:t>
        <a:bodyPr/>
        <a:lstStyle/>
        <a:p>
          <a:endParaRPr lang="zh-CN" altLang="en-US"/>
        </a:p>
      </dgm:t>
    </dgm:pt>
    <dgm:pt modelId="{0CD14132-7117-44CD-B350-88ED362B2A40}" type="pres">
      <dgm:prSet presAssocID="{8A5359BF-EF14-43B9-9EC8-8BF71AB974FB}" presName="negativeSpace" presStyleCnt="0"/>
      <dgm:spPr/>
    </dgm:pt>
    <dgm:pt modelId="{4C14E34B-0046-4B81-A9DA-0C9E5DFE8B8E}" type="pres">
      <dgm:prSet presAssocID="{8A5359BF-EF14-43B9-9EC8-8BF71AB974FB}" presName="childText" presStyleLbl="conFgAcc1" presStyleIdx="0" presStyleCnt="7">
        <dgm:presLayoutVars>
          <dgm:bulletEnabled val="1"/>
        </dgm:presLayoutVars>
      </dgm:prSet>
      <dgm:spPr/>
    </dgm:pt>
    <dgm:pt modelId="{5532237B-E155-4231-97CE-678F085CA850}" type="pres">
      <dgm:prSet presAssocID="{A462625F-83BE-4134-AF6A-B34E5CDFC26D}" presName="spaceBetweenRectangles" presStyleCnt="0"/>
      <dgm:spPr/>
    </dgm:pt>
    <dgm:pt modelId="{689B3CC1-8AD2-4ED1-B62A-1A426CA0CE5B}" type="pres">
      <dgm:prSet presAssocID="{D85EA115-5E61-4A2D-AC40-3818260F90EE}" presName="parentLin" presStyleCnt="0"/>
      <dgm:spPr/>
    </dgm:pt>
    <dgm:pt modelId="{7A7D86F4-5C9E-4372-835A-0CDD16D4DC9D}" type="pres">
      <dgm:prSet presAssocID="{D85EA115-5E61-4A2D-AC40-3818260F90EE}" presName="parentLeftMargin" presStyleLbl="node1" presStyleIdx="0" presStyleCnt="7"/>
      <dgm:spPr/>
      <dgm:t>
        <a:bodyPr/>
        <a:lstStyle/>
        <a:p>
          <a:endParaRPr lang="zh-CN" altLang="en-US"/>
        </a:p>
      </dgm:t>
    </dgm:pt>
    <dgm:pt modelId="{7D83CDEE-2F99-493B-B52E-1FD90A1619B9}" type="pres">
      <dgm:prSet presAssocID="{D85EA115-5E61-4A2D-AC40-3818260F90EE}" presName="parentText" presStyleLbl="node1" presStyleIdx="1" presStyleCnt="7">
        <dgm:presLayoutVars>
          <dgm:chMax val="0"/>
          <dgm:bulletEnabled val="1"/>
        </dgm:presLayoutVars>
      </dgm:prSet>
      <dgm:spPr/>
      <dgm:t>
        <a:bodyPr/>
        <a:lstStyle/>
        <a:p>
          <a:endParaRPr lang="zh-CN" altLang="en-US"/>
        </a:p>
      </dgm:t>
    </dgm:pt>
    <dgm:pt modelId="{FA5F839A-03DB-4FB7-BE4D-FDFA154AA69B}" type="pres">
      <dgm:prSet presAssocID="{D85EA115-5E61-4A2D-AC40-3818260F90EE}" presName="negativeSpace" presStyleCnt="0"/>
      <dgm:spPr/>
    </dgm:pt>
    <dgm:pt modelId="{E2C58D90-2D1A-408B-9EC2-6FD730A175D7}" type="pres">
      <dgm:prSet presAssocID="{D85EA115-5E61-4A2D-AC40-3818260F90EE}" presName="childText" presStyleLbl="conFgAcc1" presStyleIdx="1" presStyleCnt="7">
        <dgm:presLayoutVars>
          <dgm:bulletEnabled val="1"/>
        </dgm:presLayoutVars>
      </dgm:prSet>
      <dgm:spPr/>
    </dgm:pt>
    <dgm:pt modelId="{5135DC3A-3519-451E-B5E5-E1417F10DE35}" type="pres">
      <dgm:prSet presAssocID="{94693035-7174-46C9-BF81-BD5BE60C465A}" presName="spaceBetweenRectangles" presStyleCnt="0"/>
      <dgm:spPr/>
    </dgm:pt>
    <dgm:pt modelId="{56CFE212-1589-4351-9CD7-8DE6CCA86F29}" type="pres">
      <dgm:prSet presAssocID="{332A672E-38DC-4D6D-A3CD-FC4740152A3C}" presName="parentLin" presStyleCnt="0"/>
      <dgm:spPr/>
    </dgm:pt>
    <dgm:pt modelId="{14349C54-A9B0-4970-B492-B4E0E4E1F268}" type="pres">
      <dgm:prSet presAssocID="{332A672E-38DC-4D6D-A3CD-FC4740152A3C}" presName="parentLeftMargin" presStyleLbl="node1" presStyleIdx="1" presStyleCnt="7"/>
      <dgm:spPr/>
      <dgm:t>
        <a:bodyPr/>
        <a:lstStyle/>
        <a:p>
          <a:endParaRPr lang="zh-CN" altLang="en-US"/>
        </a:p>
      </dgm:t>
    </dgm:pt>
    <dgm:pt modelId="{C89FB9D1-9CA2-4509-835B-0C100F305331}" type="pres">
      <dgm:prSet presAssocID="{332A672E-38DC-4D6D-A3CD-FC4740152A3C}" presName="parentText" presStyleLbl="node1" presStyleIdx="2" presStyleCnt="7">
        <dgm:presLayoutVars>
          <dgm:chMax val="0"/>
          <dgm:bulletEnabled val="1"/>
        </dgm:presLayoutVars>
      </dgm:prSet>
      <dgm:spPr/>
      <dgm:t>
        <a:bodyPr/>
        <a:lstStyle/>
        <a:p>
          <a:endParaRPr lang="zh-CN" altLang="en-US"/>
        </a:p>
      </dgm:t>
    </dgm:pt>
    <dgm:pt modelId="{C092930D-59F9-4D74-937C-0E2E58C0096D}" type="pres">
      <dgm:prSet presAssocID="{332A672E-38DC-4D6D-A3CD-FC4740152A3C}" presName="negativeSpace" presStyleCnt="0"/>
      <dgm:spPr/>
    </dgm:pt>
    <dgm:pt modelId="{574B2154-706C-4891-82F9-38BBB63B9849}" type="pres">
      <dgm:prSet presAssocID="{332A672E-38DC-4D6D-A3CD-FC4740152A3C}" presName="childText" presStyleLbl="conFgAcc1" presStyleIdx="2" presStyleCnt="7">
        <dgm:presLayoutVars>
          <dgm:bulletEnabled val="1"/>
        </dgm:presLayoutVars>
      </dgm:prSet>
      <dgm:spPr/>
    </dgm:pt>
    <dgm:pt modelId="{F3FAAAB3-4876-469F-8CC0-0CDBC09EB8EA}" type="pres">
      <dgm:prSet presAssocID="{59186BD1-8FB1-4622-889C-D39EC36B3695}" presName="spaceBetweenRectangles" presStyleCnt="0"/>
      <dgm:spPr/>
    </dgm:pt>
    <dgm:pt modelId="{D46D7C91-02DE-42FC-90B6-D107A7FAB480}" type="pres">
      <dgm:prSet presAssocID="{E9CF6526-CCE2-4117-840A-8F1E4EB4A800}" presName="parentLin" presStyleCnt="0"/>
      <dgm:spPr/>
    </dgm:pt>
    <dgm:pt modelId="{E3C28CA1-1AC2-4537-8A72-098D8BE63AFD}" type="pres">
      <dgm:prSet presAssocID="{E9CF6526-CCE2-4117-840A-8F1E4EB4A800}" presName="parentLeftMargin" presStyleLbl="node1" presStyleIdx="2" presStyleCnt="7"/>
      <dgm:spPr/>
      <dgm:t>
        <a:bodyPr/>
        <a:lstStyle/>
        <a:p>
          <a:endParaRPr lang="zh-CN" altLang="en-US"/>
        </a:p>
      </dgm:t>
    </dgm:pt>
    <dgm:pt modelId="{28E1FCB8-A73B-40FF-8903-69E0588E6ACC}" type="pres">
      <dgm:prSet presAssocID="{E9CF6526-CCE2-4117-840A-8F1E4EB4A800}" presName="parentText" presStyleLbl="node1" presStyleIdx="3" presStyleCnt="7">
        <dgm:presLayoutVars>
          <dgm:chMax val="0"/>
          <dgm:bulletEnabled val="1"/>
        </dgm:presLayoutVars>
      </dgm:prSet>
      <dgm:spPr/>
      <dgm:t>
        <a:bodyPr/>
        <a:lstStyle/>
        <a:p>
          <a:endParaRPr lang="zh-CN" altLang="en-US"/>
        </a:p>
      </dgm:t>
    </dgm:pt>
    <dgm:pt modelId="{766ABE17-6362-447E-9DF9-816DDDCB5CB1}" type="pres">
      <dgm:prSet presAssocID="{E9CF6526-CCE2-4117-840A-8F1E4EB4A800}" presName="negativeSpace" presStyleCnt="0"/>
      <dgm:spPr/>
    </dgm:pt>
    <dgm:pt modelId="{255434E9-8FC8-4655-A6F2-73908F40E688}" type="pres">
      <dgm:prSet presAssocID="{E9CF6526-CCE2-4117-840A-8F1E4EB4A800}" presName="childText" presStyleLbl="conFgAcc1" presStyleIdx="3" presStyleCnt="7">
        <dgm:presLayoutVars>
          <dgm:bulletEnabled val="1"/>
        </dgm:presLayoutVars>
      </dgm:prSet>
      <dgm:spPr/>
    </dgm:pt>
    <dgm:pt modelId="{37BF4EB1-2D61-4A26-87A2-F511A9AB6906}" type="pres">
      <dgm:prSet presAssocID="{BA9C4E06-A5F8-43C7-B0B9-370CDDBD05DC}" presName="spaceBetweenRectangles" presStyleCnt="0"/>
      <dgm:spPr/>
    </dgm:pt>
    <dgm:pt modelId="{A49189E4-9060-489A-97A2-0A76B1A5EB96}" type="pres">
      <dgm:prSet presAssocID="{556A92E5-B85F-4DD1-B8D6-102BC49B4E66}" presName="parentLin" presStyleCnt="0"/>
      <dgm:spPr/>
    </dgm:pt>
    <dgm:pt modelId="{E6DAA429-E262-4985-BB89-475D82EA77A5}" type="pres">
      <dgm:prSet presAssocID="{556A92E5-B85F-4DD1-B8D6-102BC49B4E66}" presName="parentLeftMargin" presStyleLbl="node1" presStyleIdx="3" presStyleCnt="7"/>
      <dgm:spPr/>
      <dgm:t>
        <a:bodyPr/>
        <a:lstStyle/>
        <a:p>
          <a:endParaRPr lang="zh-CN" altLang="en-US"/>
        </a:p>
      </dgm:t>
    </dgm:pt>
    <dgm:pt modelId="{90BAAA5B-8C5E-4069-A9F2-A12F26231E06}" type="pres">
      <dgm:prSet presAssocID="{556A92E5-B85F-4DD1-B8D6-102BC49B4E66}" presName="parentText" presStyleLbl="node1" presStyleIdx="4" presStyleCnt="7">
        <dgm:presLayoutVars>
          <dgm:chMax val="0"/>
          <dgm:bulletEnabled val="1"/>
        </dgm:presLayoutVars>
      </dgm:prSet>
      <dgm:spPr/>
      <dgm:t>
        <a:bodyPr/>
        <a:lstStyle/>
        <a:p>
          <a:endParaRPr lang="zh-CN" altLang="en-US"/>
        </a:p>
      </dgm:t>
    </dgm:pt>
    <dgm:pt modelId="{8AB2E20E-054B-4541-BCC6-3D98F2898E08}" type="pres">
      <dgm:prSet presAssocID="{556A92E5-B85F-4DD1-B8D6-102BC49B4E66}" presName="negativeSpace" presStyleCnt="0"/>
      <dgm:spPr/>
    </dgm:pt>
    <dgm:pt modelId="{6561F706-B5B6-4DFF-B101-85023C76B9F6}" type="pres">
      <dgm:prSet presAssocID="{556A92E5-B85F-4DD1-B8D6-102BC49B4E66}" presName="childText" presStyleLbl="conFgAcc1" presStyleIdx="4" presStyleCnt="7">
        <dgm:presLayoutVars>
          <dgm:bulletEnabled val="1"/>
        </dgm:presLayoutVars>
      </dgm:prSet>
      <dgm:spPr/>
    </dgm:pt>
    <dgm:pt modelId="{61E49B82-D384-4896-A8B2-52F7081CF7BB}" type="pres">
      <dgm:prSet presAssocID="{8DED9140-7930-4B24-AB90-5316C864FAF8}" presName="spaceBetweenRectangles" presStyleCnt="0"/>
      <dgm:spPr/>
    </dgm:pt>
    <dgm:pt modelId="{34413362-CAEA-44BC-8F43-6C5D227757AA}" type="pres">
      <dgm:prSet presAssocID="{B291C539-DE47-4549-A46D-499F28AA7ADD}" presName="parentLin" presStyleCnt="0"/>
      <dgm:spPr/>
    </dgm:pt>
    <dgm:pt modelId="{8BEDA166-997F-4BA9-9149-234389F2E1BF}" type="pres">
      <dgm:prSet presAssocID="{B291C539-DE47-4549-A46D-499F28AA7ADD}" presName="parentLeftMargin" presStyleLbl="node1" presStyleIdx="4" presStyleCnt="7"/>
      <dgm:spPr/>
      <dgm:t>
        <a:bodyPr/>
        <a:lstStyle/>
        <a:p>
          <a:endParaRPr lang="zh-CN" altLang="en-US"/>
        </a:p>
      </dgm:t>
    </dgm:pt>
    <dgm:pt modelId="{4A2FDC41-973D-47B2-89A9-781A0DB11637}" type="pres">
      <dgm:prSet presAssocID="{B291C539-DE47-4549-A46D-499F28AA7ADD}" presName="parentText" presStyleLbl="node1" presStyleIdx="5" presStyleCnt="7">
        <dgm:presLayoutVars>
          <dgm:chMax val="0"/>
          <dgm:bulletEnabled val="1"/>
        </dgm:presLayoutVars>
      </dgm:prSet>
      <dgm:spPr/>
      <dgm:t>
        <a:bodyPr/>
        <a:lstStyle/>
        <a:p>
          <a:endParaRPr lang="zh-CN" altLang="en-US"/>
        </a:p>
      </dgm:t>
    </dgm:pt>
    <dgm:pt modelId="{BA3327C9-3DE5-44FF-B60F-3DED05421C7A}" type="pres">
      <dgm:prSet presAssocID="{B291C539-DE47-4549-A46D-499F28AA7ADD}" presName="negativeSpace" presStyleCnt="0"/>
      <dgm:spPr/>
    </dgm:pt>
    <dgm:pt modelId="{89A3240E-7CDA-4CCC-ADBA-B18223E35B17}" type="pres">
      <dgm:prSet presAssocID="{B291C539-DE47-4549-A46D-499F28AA7ADD}" presName="childText" presStyleLbl="conFgAcc1" presStyleIdx="5" presStyleCnt="7" custLinFactNeighborX="3" custLinFactNeighborY="9392">
        <dgm:presLayoutVars>
          <dgm:bulletEnabled val="1"/>
        </dgm:presLayoutVars>
      </dgm:prSet>
      <dgm:spPr/>
    </dgm:pt>
    <dgm:pt modelId="{D7231EC2-4419-42C9-BCA9-E958A24FFC15}" type="pres">
      <dgm:prSet presAssocID="{F7C489D0-29DC-402E-BEBD-825C8575CCA9}" presName="spaceBetweenRectangles" presStyleCnt="0"/>
      <dgm:spPr/>
    </dgm:pt>
    <dgm:pt modelId="{8D654DFC-B39B-4987-A919-FDAFD0BB913F}" type="pres">
      <dgm:prSet presAssocID="{6F46A95F-4762-47D3-A61A-F1B5ADA6377A}" presName="parentLin" presStyleCnt="0"/>
      <dgm:spPr/>
    </dgm:pt>
    <dgm:pt modelId="{0070B5D2-225B-417C-BB7E-C15699115203}" type="pres">
      <dgm:prSet presAssocID="{6F46A95F-4762-47D3-A61A-F1B5ADA6377A}" presName="parentLeftMargin" presStyleLbl="node1" presStyleIdx="5" presStyleCnt="7"/>
      <dgm:spPr/>
      <dgm:t>
        <a:bodyPr/>
        <a:lstStyle/>
        <a:p>
          <a:endParaRPr lang="zh-CN" altLang="en-US"/>
        </a:p>
      </dgm:t>
    </dgm:pt>
    <dgm:pt modelId="{C60E4F34-101C-4000-9B44-48EFC962F3B5}" type="pres">
      <dgm:prSet presAssocID="{6F46A95F-4762-47D3-A61A-F1B5ADA6377A}" presName="parentText" presStyleLbl="node1" presStyleIdx="6" presStyleCnt="7">
        <dgm:presLayoutVars>
          <dgm:chMax val="0"/>
          <dgm:bulletEnabled val="1"/>
        </dgm:presLayoutVars>
      </dgm:prSet>
      <dgm:spPr/>
      <dgm:t>
        <a:bodyPr/>
        <a:lstStyle/>
        <a:p>
          <a:endParaRPr lang="zh-CN" altLang="en-US"/>
        </a:p>
      </dgm:t>
    </dgm:pt>
    <dgm:pt modelId="{0FF936BA-47CD-4D85-A4B6-421F08DCACD2}" type="pres">
      <dgm:prSet presAssocID="{6F46A95F-4762-47D3-A61A-F1B5ADA6377A}" presName="negativeSpace" presStyleCnt="0"/>
      <dgm:spPr/>
    </dgm:pt>
    <dgm:pt modelId="{772C0164-EC1A-4BA6-91AF-4D7D35D3B083}" type="pres">
      <dgm:prSet presAssocID="{6F46A95F-4762-47D3-A61A-F1B5ADA6377A}" presName="childText" presStyleLbl="conFgAcc1" presStyleIdx="6" presStyleCnt="7">
        <dgm:presLayoutVars>
          <dgm:bulletEnabled val="1"/>
        </dgm:presLayoutVars>
      </dgm:prSet>
      <dgm:spPr/>
    </dgm:pt>
  </dgm:ptLst>
  <dgm:cxnLst>
    <dgm:cxn modelId="{DD01025A-CCF5-42B4-BAFB-9BBD6123ADFE}" type="presOf" srcId="{332A672E-38DC-4D6D-A3CD-FC4740152A3C}" destId="{14349C54-A9B0-4970-B492-B4E0E4E1F268}" srcOrd="0" destOrd="0" presId="urn:microsoft.com/office/officeart/2005/8/layout/list1#1"/>
    <dgm:cxn modelId="{6F4FEE27-3159-4581-B58A-570700B20644}" type="presOf" srcId="{8A5359BF-EF14-43B9-9EC8-8BF71AB974FB}" destId="{EBA6F1DE-C94D-43F0-AB5F-606DD846573F}" srcOrd="1" destOrd="0" presId="urn:microsoft.com/office/officeart/2005/8/layout/list1#1"/>
    <dgm:cxn modelId="{1B8D9C9F-9141-47E3-AA64-8CF59B075969}" srcId="{CD4E6ECF-33C0-43B8-9EF8-5A488AA5EDE9}" destId="{B291C539-DE47-4549-A46D-499F28AA7ADD}" srcOrd="5" destOrd="0" parTransId="{137B11E6-B00B-450B-885F-A7448E81709D}" sibTransId="{F7C489D0-29DC-402E-BEBD-825C8575CCA9}"/>
    <dgm:cxn modelId="{A483FB5D-1C96-4E13-AE3E-7F093F985861}" type="presOf" srcId="{E9CF6526-CCE2-4117-840A-8F1E4EB4A800}" destId="{E3C28CA1-1AC2-4537-8A72-098D8BE63AFD}" srcOrd="0" destOrd="0" presId="urn:microsoft.com/office/officeart/2005/8/layout/list1#1"/>
    <dgm:cxn modelId="{25DA9536-1D47-4D27-A414-6357BAEE40E8}" type="presOf" srcId="{556A92E5-B85F-4DD1-B8D6-102BC49B4E66}" destId="{E6DAA429-E262-4985-BB89-475D82EA77A5}" srcOrd="0" destOrd="0" presId="urn:microsoft.com/office/officeart/2005/8/layout/list1#1"/>
    <dgm:cxn modelId="{2EA96FBC-7EE0-4ADC-BB57-F35AC6392AB6}" srcId="{CD4E6ECF-33C0-43B8-9EF8-5A488AA5EDE9}" destId="{D85EA115-5E61-4A2D-AC40-3818260F90EE}" srcOrd="1" destOrd="0" parTransId="{5E95DACD-68F4-4031-8443-8168D526A8B2}" sibTransId="{94693035-7174-46C9-BF81-BD5BE60C465A}"/>
    <dgm:cxn modelId="{F65302A3-9903-4D5D-BC8F-4653618571E6}" srcId="{CD4E6ECF-33C0-43B8-9EF8-5A488AA5EDE9}" destId="{556A92E5-B85F-4DD1-B8D6-102BC49B4E66}" srcOrd="4" destOrd="0" parTransId="{A1D8C817-A714-4FF8-80E7-B07D5984AEA0}" sibTransId="{8DED9140-7930-4B24-AB90-5316C864FAF8}"/>
    <dgm:cxn modelId="{99FF365B-90EB-413F-A0B4-318AC39F64B8}" type="presOf" srcId="{6F46A95F-4762-47D3-A61A-F1B5ADA6377A}" destId="{C60E4F34-101C-4000-9B44-48EFC962F3B5}" srcOrd="1" destOrd="0" presId="urn:microsoft.com/office/officeart/2005/8/layout/list1#1"/>
    <dgm:cxn modelId="{19653703-FEFD-4212-8477-2D7252ABC71F}" srcId="{CD4E6ECF-33C0-43B8-9EF8-5A488AA5EDE9}" destId="{8A5359BF-EF14-43B9-9EC8-8BF71AB974FB}" srcOrd="0" destOrd="0" parTransId="{BE3A1751-C1DC-484C-99E2-D90424E230C8}" sibTransId="{A462625F-83BE-4134-AF6A-B34E5CDFC26D}"/>
    <dgm:cxn modelId="{D0B21CAD-DC3E-426C-AA2C-D1902FAAFD3A}" type="presOf" srcId="{556A92E5-B85F-4DD1-B8D6-102BC49B4E66}" destId="{90BAAA5B-8C5E-4069-A9F2-A12F26231E06}" srcOrd="1" destOrd="0" presId="urn:microsoft.com/office/officeart/2005/8/layout/list1#1"/>
    <dgm:cxn modelId="{F08EC137-A09D-40FA-B86D-EDDDDFE972E2}" type="presOf" srcId="{E9CF6526-CCE2-4117-840A-8F1E4EB4A800}" destId="{28E1FCB8-A73B-40FF-8903-69E0588E6ACC}" srcOrd="1" destOrd="0" presId="urn:microsoft.com/office/officeart/2005/8/layout/list1#1"/>
    <dgm:cxn modelId="{385FA670-F9E1-470E-ADCE-AB60FF24BE35}" type="presOf" srcId="{332A672E-38DC-4D6D-A3CD-FC4740152A3C}" destId="{C89FB9D1-9CA2-4509-835B-0C100F305331}" srcOrd="1" destOrd="0" presId="urn:microsoft.com/office/officeart/2005/8/layout/list1#1"/>
    <dgm:cxn modelId="{DBA4CC45-847C-4204-9A2E-672DA5441655}" type="presOf" srcId="{6F46A95F-4762-47D3-A61A-F1B5ADA6377A}" destId="{0070B5D2-225B-417C-BB7E-C15699115203}" srcOrd="0" destOrd="0" presId="urn:microsoft.com/office/officeart/2005/8/layout/list1#1"/>
    <dgm:cxn modelId="{2A3D9F04-437A-4F15-A7B6-49DF2B67BE9C}" type="presOf" srcId="{CD4E6ECF-33C0-43B8-9EF8-5A488AA5EDE9}" destId="{C1AF31DF-DC72-4309-AA34-909F27EB8325}" srcOrd="0" destOrd="0" presId="urn:microsoft.com/office/officeart/2005/8/layout/list1#1"/>
    <dgm:cxn modelId="{9D04D59E-0EFD-4307-9634-87B6EE0A686A}" srcId="{CD4E6ECF-33C0-43B8-9EF8-5A488AA5EDE9}" destId="{E9CF6526-CCE2-4117-840A-8F1E4EB4A800}" srcOrd="3" destOrd="0" parTransId="{3EF80FAE-F24B-44E4-B301-6FFD0E198910}" sibTransId="{BA9C4E06-A5F8-43C7-B0B9-370CDDBD05DC}"/>
    <dgm:cxn modelId="{370F9CBF-93BC-41B5-B26C-D96D018DFFC6}" type="presOf" srcId="{8A5359BF-EF14-43B9-9EC8-8BF71AB974FB}" destId="{74315AD1-ACFA-4F9A-B2A2-090016D79A61}" srcOrd="0" destOrd="0" presId="urn:microsoft.com/office/officeart/2005/8/layout/list1#1"/>
    <dgm:cxn modelId="{26C97006-1A13-4086-A490-E208FE7782ED}" srcId="{CD4E6ECF-33C0-43B8-9EF8-5A488AA5EDE9}" destId="{332A672E-38DC-4D6D-A3CD-FC4740152A3C}" srcOrd="2" destOrd="0" parTransId="{CFC0A38F-080E-4CBB-B80C-3A6E9143C224}" sibTransId="{59186BD1-8FB1-4622-889C-D39EC36B3695}"/>
    <dgm:cxn modelId="{373F5DB4-9576-4A6E-A8D5-67CB2EE74478}" type="presOf" srcId="{D85EA115-5E61-4A2D-AC40-3818260F90EE}" destId="{7A7D86F4-5C9E-4372-835A-0CDD16D4DC9D}" srcOrd="0" destOrd="0" presId="urn:microsoft.com/office/officeart/2005/8/layout/list1#1"/>
    <dgm:cxn modelId="{F852FC73-547C-4C44-9C61-051A29850871}" type="presOf" srcId="{B291C539-DE47-4549-A46D-499F28AA7ADD}" destId="{4A2FDC41-973D-47B2-89A9-781A0DB11637}" srcOrd="1" destOrd="0" presId="urn:microsoft.com/office/officeart/2005/8/layout/list1#1"/>
    <dgm:cxn modelId="{F191A7DF-E9DE-4E02-892E-765A1D9CE31F}" type="presOf" srcId="{B291C539-DE47-4549-A46D-499F28AA7ADD}" destId="{8BEDA166-997F-4BA9-9149-234389F2E1BF}" srcOrd="0" destOrd="0" presId="urn:microsoft.com/office/officeart/2005/8/layout/list1#1"/>
    <dgm:cxn modelId="{AB4A022C-7095-4BEC-9E5C-30791B5BA61B}" type="presOf" srcId="{D85EA115-5E61-4A2D-AC40-3818260F90EE}" destId="{7D83CDEE-2F99-493B-B52E-1FD90A1619B9}" srcOrd="1" destOrd="0" presId="urn:microsoft.com/office/officeart/2005/8/layout/list1#1"/>
    <dgm:cxn modelId="{9E917AF0-9498-432E-BC0A-135629285539}" srcId="{CD4E6ECF-33C0-43B8-9EF8-5A488AA5EDE9}" destId="{6F46A95F-4762-47D3-A61A-F1B5ADA6377A}" srcOrd="6" destOrd="0" parTransId="{3F2DCBD7-3E97-4808-BCE8-66E7FC13832C}" sibTransId="{69D7263F-8CBA-47B6-BAB8-B1857AFDE0D9}"/>
    <dgm:cxn modelId="{597EADA7-E0BD-47EA-93CE-1DF3E836F339}" type="presParOf" srcId="{C1AF31DF-DC72-4309-AA34-909F27EB8325}" destId="{84848FD8-63AD-4E10-893F-4EBD7CA60C31}" srcOrd="0" destOrd="0" presId="urn:microsoft.com/office/officeart/2005/8/layout/list1#1"/>
    <dgm:cxn modelId="{0810A02E-4632-41B9-9B1E-372EA2A75F71}" type="presParOf" srcId="{84848FD8-63AD-4E10-893F-4EBD7CA60C31}" destId="{74315AD1-ACFA-4F9A-B2A2-090016D79A61}" srcOrd="0" destOrd="0" presId="urn:microsoft.com/office/officeart/2005/8/layout/list1#1"/>
    <dgm:cxn modelId="{276883C7-6CBD-4C9B-BA00-B5B29CCF0A5F}" type="presParOf" srcId="{84848FD8-63AD-4E10-893F-4EBD7CA60C31}" destId="{EBA6F1DE-C94D-43F0-AB5F-606DD846573F}" srcOrd="1" destOrd="0" presId="urn:microsoft.com/office/officeart/2005/8/layout/list1#1"/>
    <dgm:cxn modelId="{DD5AF2F5-4CF1-4B3C-8662-F07AC8B7F35A}" type="presParOf" srcId="{C1AF31DF-DC72-4309-AA34-909F27EB8325}" destId="{0CD14132-7117-44CD-B350-88ED362B2A40}" srcOrd="1" destOrd="0" presId="urn:microsoft.com/office/officeart/2005/8/layout/list1#1"/>
    <dgm:cxn modelId="{27EE6049-CD46-4B6B-A576-4836D22C042F}" type="presParOf" srcId="{C1AF31DF-DC72-4309-AA34-909F27EB8325}" destId="{4C14E34B-0046-4B81-A9DA-0C9E5DFE8B8E}" srcOrd="2" destOrd="0" presId="urn:microsoft.com/office/officeart/2005/8/layout/list1#1"/>
    <dgm:cxn modelId="{C35E3216-2386-40A3-8AEE-2676B059332D}" type="presParOf" srcId="{C1AF31DF-DC72-4309-AA34-909F27EB8325}" destId="{5532237B-E155-4231-97CE-678F085CA850}" srcOrd="3" destOrd="0" presId="urn:microsoft.com/office/officeart/2005/8/layout/list1#1"/>
    <dgm:cxn modelId="{E2304BBA-D40E-4783-831B-44D53FD19C8F}" type="presParOf" srcId="{C1AF31DF-DC72-4309-AA34-909F27EB8325}" destId="{689B3CC1-8AD2-4ED1-B62A-1A426CA0CE5B}" srcOrd="4" destOrd="0" presId="urn:microsoft.com/office/officeart/2005/8/layout/list1#1"/>
    <dgm:cxn modelId="{B9A2A4C6-CD5D-45A3-8B19-CCFE9A74D012}" type="presParOf" srcId="{689B3CC1-8AD2-4ED1-B62A-1A426CA0CE5B}" destId="{7A7D86F4-5C9E-4372-835A-0CDD16D4DC9D}" srcOrd="0" destOrd="0" presId="urn:microsoft.com/office/officeart/2005/8/layout/list1#1"/>
    <dgm:cxn modelId="{8AB2BA17-FB59-46F8-B220-BF6609A607BB}" type="presParOf" srcId="{689B3CC1-8AD2-4ED1-B62A-1A426CA0CE5B}" destId="{7D83CDEE-2F99-493B-B52E-1FD90A1619B9}" srcOrd="1" destOrd="0" presId="urn:microsoft.com/office/officeart/2005/8/layout/list1#1"/>
    <dgm:cxn modelId="{4419C6BB-096E-4A14-88FA-D81F73E9E1DC}" type="presParOf" srcId="{C1AF31DF-DC72-4309-AA34-909F27EB8325}" destId="{FA5F839A-03DB-4FB7-BE4D-FDFA154AA69B}" srcOrd="5" destOrd="0" presId="urn:microsoft.com/office/officeart/2005/8/layout/list1#1"/>
    <dgm:cxn modelId="{5379B17B-F13A-4D2B-8D3A-84B9018F873F}" type="presParOf" srcId="{C1AF31DF-DC72-4309-AA34-909F27EB8325}" destId="{E2C58D90-2D1A-408B-9EC2-6FD730A175D7}" srcOrd="6" destOrd="0" presId="urn:microsoft.com/office/officeart/2005/8/layout/list1#1"/>
    <dgm:cxn modelId="{F58BE0BD-F852-49DE-971E-DC8B03E74FB9}" type="presParOf" srcId="{C1AF31DF-DC72-4309-AA34-909F27EB8325}" destId="{5135DC3A-3519-451E-B5E5-E1417F10DE35}" srcOrd="7" destOrd="0" presId="urn:microsoft.com/office/officeart/2005/8/layout/list1#1"/>
    <dgm:cxn modelId="{91C0B706-8372-42B6-9591-326E7605690A}" type="presParOf" srcId="{C1AF31DF-DC72-4309-AA34-909F27EB8325}" destId="{56CFE212-1589-4351-9CD7-8DE6CCA86F29}" srcOrd="8" destOrd="0" presId="urn:microsoft.com/office/officeart/2005/8/layout/list1#1"/>
    <dgm:cxn modelId="{E694B02A-F193-4685-B1F3-E42668D27B94}" type="presParOf" srcId="{56CFE212-1589-4351-9CD7-8DE6CCA86F29}" destId="{14349C54-A9B0-4970-B492-B4E0E4E1F268}" srcOrd="0" destOrd="0" presId="urn:microsoft.com/office/officeart/2005/8/layout/list1#1"/>
    <dgm:cxn modelId="{B8CE544E-B071-4E6A-A922-CFC767BC1370}" type="presParOf" srcId="{56CFE212-1589-4351-9CD7-8DE6CCA86F29}" destId="{C89FB9D1-9CA2-4509-835B-0C100F305331}" srcOrd="1" destOrd="0" presId="urn:microsoft.com/office/officeart/2005/8/layout/list1#1"/>
    <dgm:cxn modelId="{F4A5C82C-9A3C-4FD8-9B28-A8D51BE677D7}" type="presParOf" srcId="{C1AF31DF-DC72-4309-AA34-909F27EB8325}" destId="{C092930D-59F9-4D74-937C-0E2E58C0096D}" srcOrd="9" destOrd="0" presId="urn:microsoft.com/office/officeart/2005/8/layout/list1#1"/>
    <dgm:cxn modelId="{8E411931-7206-4688-9E72-1864A2F6DBF4}" type="presParOf" srcId="{C1AF31DF-DC72-4309-AA34-909F27EB8325}" destId="{574B2154-706C-4891-82F9-38BBB63B9849}" srcOrd="10" destOrd="0" presId="urn:microsoft.com/office/officeart/2005/8/layout/list1#1"/>
    <dgm:cxn modelId="{A2FB4F22-A658-407A-B5E8-85872C3C76DF}" type="presParOf" srcId="{C1AF31DF-DC72-4309-AA34-909F27EB8325}" destId="{F3FAAAB3-4876-469F-8CC0-0CDBC09EB8EA}" srcOrd="11" destOrd="0" presId="urn:microsoft.com/office/officeart/2005/8/layout/list1#1"/>
    <dgm:cxn modelId="{4E7F472B-5643-47E6-AA20-9863FA4BD88A}" type="presParOf" srcId="{C1AF31DF-DC72-4309-AA34-909F27EB8325}" destId="{D46D7C91-02DE-42FC-90B6-D107A7FAB480}" srcOrd="12" destOrd="0" presId="urn:microsoft.com/office/officeart/2005/8/layout/list1#1"/>
    <dgm:cxn modelId="{51FFCD54-DCEB-43A6-A46A-68C0DCE28D92}" type="presParOf" srcId="{D46D7C91-02DE-42FC-90B6-D107A7FAB480}" destId="{E3C28CA1-1AC2-4537-8A72-098D8BE63AFD}" srcOrd="0" destOrd="0" presId="urn:microsoft.com/office/officeart/2005/8/layout/list1#1"/>
    <dgm:cxn modelId="{883B8E4E-A1D4-4704-BB3B-8CD0A25738D9}" type="presParOf" srcId="{D46D7C91-02DE-42FC-90B6-D107A7FAB480}" destId="{28E1FCB8-A73B-40FF-8903-69E0588E6ACC}" srcOrd="1" destOrd="0" presId="urn:microsoft.com/office/officeart/2005/8/layout/list1#1"/>
    <dgm:cxn modelId="{8BD6E0A7-D562-42EF-8AA5-4CC1FBEAA0E1}" type="presParOf" srcId="{C1AF31DF-DC72-4309-AA34-909F27EB8325}" destId="{766ABE17-6362-447E-9DF9-816DDDCB5CB1}" srcOrd="13" destOrd="0" presId="urn:microsoft.com/office/officeart/2005/8/layout/list1#1"/>
    <dgm:cxn modelId="{B48EF7A8-90D4-4483-B08A-11D3557EC91D}" type="presParOf" srcId="{C1AF31DF-DC72-4309-AA34-909F27EB8325}" destId="{255434E9-8FC8-4655-A6F2-73908F40E688}" srcOrd="14" destOrd="0" presId="urn:microsoft.com/office/officeart/2005/8/layout/list1#1"/>
    <dgm:cxn modelId="{CE3A39ED-357D-4CBF-B535-65FE2C322FFC}" type="presParOf" srcId="{C1AF31DF-DC72-4309-AA34-909F27EB8325}" destId="{37BF4EB1-2D61-4A26-87A2-F511A9AB6906}" srcOrd="15" destOrd="0" presId="urn:microsoft.com/office/officeart/2005/8/layout/list1#1"/>
    <dgm:cxn modelId="{B7ABDAD9-E930-486F-91D2-EB16A1077FE5}" type="presParOf" srcId="{C1AF31DF-DC72-4309-AA34-909F27EB8325}" destId="{A49189E4-9060-489A-97A2-0A76B1A5EB96}" srcOrd="16" destOrd="0" presId="urn:microsoft.com/office/officeart/2005/8/layout/list1#1"/>
    <dgm:cxn modelId="{8F54CB85-F9A3-42F1-A49B-728792AC4777}" type="presParOf" srcId="{A49189E4-9060-489A-97A2-0A76B1A5EB96}" destId="{E6DAA429-E262-4985-BB89-475D82EA77A5}" srcOrd="0" destOrd="0" presId="urn:microsoft.com/office/officeart/2005/8/layout/list1#1"/>
    <dgm:cxn modelId="{7A9527F1-200C-4A83-9466-66A99895A929}" type="presParOf" srcId="{A49189E4-9060-489A-97A2-0A76B1A5EB96}" destId="{90BAAA5B-8C5E-4069-A9F2-A12F26231E06}" srcOrd="1" destOrd="0" presId="urn:microsoft.com/office/officeart/2005/8/layout/list1#1"/>
    <dgm:cxn modelId="{F7800AA6-8C62-4515-A841-41DA1767260A}" type="presParOf" srcId="{C1AF31DF-DC72-4309-AA34-909F27EB8325}" destId="{8AB2E20E-054B-4541-BCC6-3D98F2898E08}" srcOrd="17" destOrd="0" presId="urn:microsoft.com/office/officeart/2005/8/layout/list1#1"/>
    <dgm:cxn modelId="{9B1EE7E4-3052-48D0-A724-07C4EE6A1659}" type="presParOf" srcId="{C1AF31DF-DC72-4309-AA34-909F27EB8325}" destId="{6561F706-B5B6-4DFF-B101-85023C76B9F6}" srcOrd="18" destOrd="0" presId="urn:microsoft.com/office/officeart/2005/8/layout/list1#1"/>
    <dgm:cxn modelId="{D481A5BF-AEF0-4E42-9797-012B6EEB0011}" type="presParOf" srcId="{C1AF31DF-DC72-4309-AA34-909F27EB8325}" destId="{61E49B82-D384-4896-A8B2-52F7081CF7BB}" srcOrd="19" destOrd="0" presId="urn:microsoft.com/office/officeart/2005/8/layout/list1#1"/>
    <dgm:cxn modelId="{A11938F1-CB48-44E1-91EA-C6AA46F43733}" type="presParOf" srcId="{C1AF31DF-DC72-4309-AA34-909F27EB8325}" destId="{34413362-CAEA-44BC-8F43-6C5D227757AA}" srcOrd="20" destOrd="0" presId="urn:microsoft.com/office/officeart/2005/8/layout/list1#1"/>
    <dgm:cxn modelId="{66543046-A9F7-4FC5-8959-EDBF715E0BE5}" type="presParOf" srcId="{34413362-CAEA-44BC-8F43-6C5D227757AA}" destId="{8BEDA166-997F-4BA9-9149-234389F2E1BF}" srcOrd="0" destOrd="0" presId="urn:microsoft.com/office/officeart/2005/8/layout/list1#1"/>
    <dgm:cxn modelId="{478213F3-CD0C-4957-BCFE-BF0C485E542D}" type="presParOf" srcId="{34413362-CAEA-44BC-8F43-6C5D227757AA}" destId="{4A2FDC41-973D-47B2-89A9-781A0DB11637}" srcOrd="1" destOrd="0" presId="urn:microsoft.com/office/officeart/2005/8/layout/list1#1"/>
    <dgm:cxn modelId="{30E17C9B-7B42-4DA9-A926-5D4BE1375BD4}" type="presParOf" srcId="{C1AF31DF-DC72-4309-AA34-909F27EB8325}" destId="{BA3327C9-3DE5-44FF-B60F-3DED05421C7A}" srcOrd="21" destOrd="0" presId="urn:microsoft.com/office/officeart/2005/8/layout/list1#1"/>
    <dgm:cxn modelId="{6BADEEBF-A2CE-41B2-96A1-45EF774DDDB5}" type="presParOf" srcId="{C1AF31DF-DC72-4309-AA34-909F27EB8325}" destId="{89A3240E-7CDA-4CCC-ADBA-B18223E35B17}" srcOrd="22" destOrd="0" presId="urn:microsoft.com/office/officeart/2005/8/layout/list1#1"/>
    <dgm:cxn modelId="{B69044CC-A5A3-403A-A437-38938089520B}" type="presParOf" srcId="{C1AF31DF-DC72-4309-AA34-909F27EB8325}" destId="{D7231EC2-4419-42C9-BCA9-E958A24FFC15}" srcOrd="23" destOrd="0" presId="urn:microsoft.com/office/officeart/2005/8/layout/list1#1"/>
    <dgm:cxn modelId="{0AAE7E0A-5215-4341-B9B2-66B1D9512241}" type="presParOf" srcId="{C1AF31DF-DC72-4309-AA34-909F27EB8325}" destId="{8D654DFC-B39B-4987-A919-FDAFD0BB913F}" srcOrd="24" destOrd="0" presId="urn:microsoft.com/office/officeart/2005/8/layout/list1#1"/>
    <dgm:cxn modelId="{8028A586-FE50-47BD-82B4-30D6F4C4B084}" type="presParOf" srcId="{8D654DFC-B39B-4987-A919-FDAFD0BB913F}" destId="{0070B5D2-225B-417C-BB7E-C15699115203}" srcOrd="0" destOrd="0" presId="urn:microsoft.com/office/officeart/2005/8/layout/list1#1"/>
    <dgm:cxn modelId="{6C0B715A-825A-4956-A0D9-78DA9378AB29}" type="presParOf" srcId="{8D654DFC-B39B-4987-A919-FDAFD0BB913F}" destId="{C60E4F34-101C-4000-9B44-48EFC962F3B5}" srcOrd="1" destOrd="0" presId="urn:microsoft.com/office/officeart/2005/8/layout/list1#1"/>
    <dgm:cxn modelId="{09BAD9AF-32EA-47F0-BC8C-98A6C263D2B3}" type="presParOf" srcId="{C1AF31DF-DC72-4309-AA34-909F27EB8325}" destId="{0FF936BA-47CD-4D85-A4B6-421F08DCACD2}" srcOrd="25" destOrd="0" presId="urn:microsoft.com/office/officeart/2005/8/layout/list1#1"/>
    <dgm:cxn modelId="{623FD523-6E4D-4005-9251-D5B0F33EB926}" type="presParOf" srcId="{C1AF31DF-DC72-4309-AA34-909F27EB8325}" destId="{772C0164-EC1A-4BA6-91AF-4D7D35D3B083}" srcOrd="26"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33BE30-872F-4471-9B53-509511896744}" type="doc">
      <dgm:prSet loTypeId="urn:microsoft.com/office/officeart/2005/8/layout/target3" loCatId="list" qsTypeId="urn:microsoft.com/office/officeart/2005/8/quickstyle/simple1#1" qsCatId="simple" csTypeId="urn:microsoft.com/office/officeart/2005/8/colors/accent1_2#2" csCatId="accent1" phldr="1"/>
      <dgm:spPr/>
      <dgm:t>
        <a:bodyPr/>
        <a:lstStyle/>
        <a:p>
          <a:endParaRPr lang="zh-CN" altLang="en-US"/>
        </a:p>
      </dgm:t>
    </dgm:pt>
    <dgm:pt modelId="{37B58696-9CD3-4C6E-86A3-32EEE31117DF}">
      <dgm:prSet/>
      <dgm:spPr/>
      <dgm:t>
        <a:bodyPr/>
        <a:lstStyle/>
        <a:p>
          <a:pPr rtl="0"/>
          <a:r>
            <a:rPr lang="en-US" dirty="0" smtClean="0"/>
            <a:t>1.</a:t>
          </a:r>
          <a:r>
            <a:rPr lang="zh-CN" dirty="0" smtClean="0">
              <a:latin typeface="+mn-ea"/>
              <a:ea typeface="+mn-ea"/>
            </a:rPr>
            <a:t>选择“</a:t>
          </a:r>
          <a:r>
            <a:rPr lang="en-US" dirty="0" smtClean="0">
              <a:latin typeface="+mn-ea"/>
              <a:ea typeface="+mn-ea"/>
            </a:rPr>
            <a:t>02Lesson</a:t>
          </a:r>
          <a:r>
            <a:rPr lang="zh-CN" dirty="0" smtClean="0">
              <a:latin typeface="+mn-ea"/>
              <a:ea typeface="+mn-ea"/>
            </a:rPr>
            <a:t>”</a:t>
          </a:r>
          <a:r>
            <a:rPr lang="en-US" dirty="0" smtClean="0">
              <a:latin typeface="+mn-ea"/>
              <a:ea typeface="+mn-ea"/>
            </a:rPr>
            <a:t>/</a:t>
          </a:r>
          <a:r>
            <a:rPr lang="zh-CN" dirty="0" smtClean="0">
              <a:latin typeface="+mn-ea"/>
              <a:ea typeface="+mn-ea"/>
            </a:rPr>
            <a:t>“范例”中的“</a:t>
          </a:r>
          <a:r>
            <a:rPr lang="en-US" dirty="0" smtClean="0">
              <a:latin typeface="+mn-ea"/>
              <a:ea typeface="+mn-ea"/>
            </a:rPr>
            <a:t>02</a:t>
          </a:r>
          <a:r>
            <a:rPr lang="zh-CN" dirty="0" smtClean="0">
              <a:latin typeface="+mn-ea"/>
              <a:ea typeface="+mn-ea"/>
            </a:rPr>
            <a:t>范例（</a:t>
          </a:r>
          <a:r>
            <a:rPr lang="en-US" dirty="0" smtClean="0">
              <a:latin typeface="+mn-ea"/>
              <a:ea typeface="+mn-ea"/>
            </a:rPr>
            <a:t>CC 2017</a:t>
          </a:r>
          <a:r>
            <a:rPr lang="zh-CN" dirty="0" smtClean="0">
              <a:latin typeface="+mn-ea"/>
              <a:ea typeface="+mn-ea"/>
            </a:rPr>
            <a:t>）</a:t>
          </a:r>
          <a:r>
            <a:rPr lang="en-US" dirty="0" smtClean="0">
              <a:latin typeface="+mn-ea"/>
              <a:ea typeface="+mn-ea"/>
            </a:rPr>
            <a:t>.</a:t>
          </a:r>
          <a:r>
            <a:rPr lang="en-US" dirty="0" err="1" smtClean="0">
              <a:latin typeface="+mn-ea"/>
              <a:ea typeface="+mn-ea"/>
            </a:rPr>
            <a:t>psd</a:t>
          </a:r>
          <a:r>
            <a:rPr lang="zh-CN" dirty="0" smtClean="0">
              <a:latin typeface="+mn-ea"/>
              <a:ea typeface="+mn-ea"/>
            </a:rPr>
            <a:t>”，右键点击选择“打开方式”选择“</a:t>
          </a:r>
          <a:r>
            <a:rPr lang="en-US" dirty="0" smtClean="0">
              <a:latin typeface="+mn-ea"/>
              <a:ea typeface="+mn-ea"/>
            </a:rPr>
            <a:t>Adobe Photoshop CC 2017</a:t>
          </a:r>
          <a:r>
            <a:rPr lang="zh-CN" dirty="0" smtClean="0">
              <a:latin typeface="+mn-ea"/>
              <a:ea typeface="+mn-ea"/>
            </a:rPr>
            <a:t>”。</a:t>
          </a:r>
          <a:endParaRPr lang="zh-CN" dirty="0">
            <a:latin typeface="+mn-ea"/>
            <a:ea typeface="+mn-ea"/>
          </a:endParaRPr>
        </a:p>
      </dgm:t>
    </dgm:pt>
    <dgm:pt modelId="{24AD8DBA-43DB-4092-9010-AEC2456EEE39}" type="sibTrans" cxnId="{4ADEAC34-5C8B-4D70-B3FF-F6EDEAA03362}">
      <dgm:prSet/>
      <dgm:spPr/>
      <dgm:t>
        <a:bodyPr/>
        <a:lstStyle/>
        <a:p>
          <a:endParaRPr lang="zh-CN" altLang="en-US"/>
        </a:p>
      </dgm:t>
    </dgm:pt>
    <dgm:pt modelId="{8D66BFA9-FF3E-4DD2-8C60-09511669024A}" type="parTrans" cxnId="{4ADEAC34-5C8B-4D70-B3FF-F6EDEAA03362}">
      <dgm:prSet/>
      <dgm:spPr/>
      <dgm:t>
        <a:bodyPr/>
        <a:lstStyle/>
        <a:p>
          <a:endParaRPr lang="zh-CN" altLang="en-US"/>
        </a:p>
      </dgm:t>
    </dgm:pt>
    <dgm:pt modelId="{5592A976-B058-4E0A-9D8C-AF0B82F69FA3}">
      <dgm:prSet/>
      <dgm:spPr/>
      <dgm:t>
        <a:bodyPr/>
        <a:lstStyle/>
        <a:p>
          <a:pPr algn="l" rtl="0"/>
          <a:r>
            <a:rPr lang="en-US" dirty="0" smtClean="0"/>
            <a:t>3.</a:t>
          </a:r>
          <a:r>
            <a:rPr lang="zh-CN" dirty="0" smtClean="0"/>
            <a:t>关闭</a:t>
          </a:r>
          <a:r>
            <a:rPr lang="zh-CN" b="0" dirty="0" smtClean="0"/>
            <a:t>预览</a:t>
          </a:r>
          <a:r>
            <a:rPr lang="zh-CN" dirty="0" smtClean="0"/>
            <a:t>窗口</a:t>
          </a:r>
          <a:endParaRPr lang="zh-CN" dirty="0"/>
        </a:p>
      </dgm:t>
    </dgm:pt>
    <dgm:pt modelId="{FD2ADF9D-B362-4B01-8B7C-A38D27F1E0B1}" type="sibTrans" cxnId="{E2B2DAF9-B9A5-437C-B872-9F611B59ED59}">
      <dgm:prSet/>
      <dgm:spPr/>
      <dgm:t>
        <a:bodyPr/>
        <a:lstStyle/>
        <a:p>
          <a:endParaRPr lang="zh-CN" altLang="en-US"/>
        </a:p>
      </dgm:t>
    </dgm:pt>
    <dgm:pt modelId="{F423FB7F-C575-4203-AC92-D9919B97BDF1}" type="parTrans" cxnId="{E2B2DAF9-B9A5-437C-B872-9F611B59ED59}">
      <dgm:prSet/>
      <dgm:spPr/>
      <dgm:t>
        <a:bodyPr/>
        <a:lstStyle/>
        <a:p>
          <a:endParaRPr lang="zh-CN" altLang="en-US"/>
        </a:p>
      </dgm:t>
    </dgm:pt>
    <dgm:pt modelId="{86863452-CDEB-46BE-8DBF-D479A35B77C0}">
      <dgm:prSet/>
      <dgm:spPr/>
      <dgm:t>
        <a:bodyPr/>
        <a:lstStyle/>
        <a:p>
          <a:pPr algn="l" rtl="0"/>
          <a:r>
            <a:rPr lang="en-US" altLang="zh-CN" dirty="0" smtClean="0"/>
            <a:t>2.</a:t>
          </a:r>
          <a:r>
            <a:rPr lang="zh-CN" dirty="0" smtClean="0"/>
            <a:t>同样用“</a:t>
          </a:r>
          <a:r>
            <a:rPr lang="en-US" dirty="0" smtClean="0"/>
            <a:t>Adobe Photoshop CC 2017</a:t>
          </a:r>
          <a:r>
            <a:rPr lang="zh-CN" dirty="0" smtClean="0"/>
            <a:t>”打开“</a:t>
          </a:r>
          <a:r>
            <a:rPr lang="en-US" dirty="0" smtClean="0"/>
            <a:t>02Lesson/</a:t>
          </a:r>
          <a:r>
            <a:rPr lang="zh-CN" dirty="0" smtClean="0"/>
            <a:t>范例</a:t>
          </a:r>
          <a:r>
            <a:rPr lang="en-US" dirty="0" smtClean="0"/>
            <a:t>/02Start/02</a:t>
          </a:r>
          <a:r>
            <a:rPr lang="zh-CN" dirty="0" smtClean="0"/>
            <a:t>范例</a:t>
          </a:r>
          <a:r>
            <a:rPr lang="en-US" dirty="0" smtClean="0"/>
            <a:t>Start</a:t>
          </a:r>
          <a:r>
            <a:rPr lang="zh-CN" dirty="0" smtClean="0"/>
            <a:t>（</a:t>
          </a:r>
          <a:r>
            <a:rPr lang="en-US" dirty="0" smtClean="0"/>
            <a:t>CC 2017</a:t>
          </a:r>
          <a:r>
            <a:rPr lang="zh-CN" dirty="0" smtClean="0"/>
            <a:t>）</a:t>
          </a:r>
          <a:r>
            <a:rPr lang="en-US" dirty="0" smtClean="0"/>
            <a:t>.jpg</a:t>
          </a:r>
          <a:r>
            <a:rPr lang="zh-CN" dirty="0" smtClean="0"/>
            <a:t>”文件。</a:t>
          </a:r>
          <a:endParaRPr lang="zh-CN" dirty="0"/>
        </a:p>
      </dgm:t>
    </dgm:pt>
    <dgm:pt modelId="{BADFB1EF-78B0-4886-9F2A-186FACF7ECC2}" type="parTrans" cxnId="{1D103135-3E5A-4AF4-8B6A-129036595CE4}">
      <dgm:prSet/>
      <dgm:spPr/>
      <dgm:t>
        <a:bodyPr/>
        <a:lstStyle/>
        <a:p>
          <a:endParaRPr lang="zh-CN" altLang="en-US"/>
        </a:p>
      </dgm:t>
    </dgm:pt>
    <dgm:pt modelId="{41322A3B-E49A-4CCA-A66F-1ACAC0D6FD58}" type="sibTrans" cxnId="{1D103135-3E5A-4AF4-8B6A-129036595CE4}">
      <dgm:prSet/>
      <dgm:spPr/>
      <dgm:t>
        <a:bodyPr/>
        <a:lstStyle/>
        <a:p>
          <a:endParaRPr lang="zh-CN" altLang="en-US"/>
        </a:p>
      </dgm:t>
    </dgm:pt>
    <dgm:pt modelId="{58830641-0996-4C49-84E4-9FC49FE3EE4B}" type="pres">
      <dgm:prSet presAssocID="{0433BE30-872F-4471-9B53-509511896744}" presName="Name0" presStyleCnt="0">
        <dgm:presLayoutVars>
          <dgm:chMax val="7"/>
          <dgm:dir/>
          <dgm:animLvl val="lvl"/>
          <dgm:resizeHandles val="exact"/>
        </dgm:presLayoutVars>
      </dgm:prSet>
      <dgm:spPr/>
      <dgm:t>
        <a:bodyPr/>
        <a:lstStyle/>
        <a:p>
          <a:endParaRPr lang="zh-CN" altLang="en-US"/>
        </a:p>
      </dgm:t>
    </dgm:pt>
    <dgm:pt modelId="{B84423F6-E2DC-4008-AFBA-49EC1374B9FA}" type="pres">
      <dgm:prSet presAssocID="{37B58696-9CD3-4C6E-86A3-32EEE31117DF}" presName="circle1" presStyleLbl="node1" presStyleIdx="0" presStyleCnt="3"/>
      <dgm:spPr/>
      <dgm:t>
        <a:bodyPr/>
        <a:lstStyle/>
        <a:p>
          <a:endParaRPr lang="zh-CN" altLang="en-US"/>
        </a:p>
      </dgm:t>
    </dgm:pt>
    <dgm:pt modelId="{4387036C-4F8A-41A8-BAC7-BD0812E9EAFC}" type="pres">
      <dgm:prSet presAssocID="{37B58696-9CD3-4C6E-86A3-32EEE31117DF}" presName="space" presStyleCnt="0"/>
      <dgm:spPr/>
      <dgm:t>
        <a:bodyPr/>
        <a:lstStyle/>
        <a:p>
          <a:endParaRPr lang="zh-CN" altLang="en-US"/>
        </a:p>
      </dgm:t>
    </dgm:pt>
    <dgm:pt modelId="{62551C42-6BCB-415F-AE05-12D4A118F503}" type="pres">
      <dgm:prSet presAssocID="{37B58696-9CD3-4C6E-86A3-32EEE31117DF}" presName="rect1" presStyleLbl="alignAcc1" presStyleIdx="0" presStyleCnt="3"/>
      <dgm:spPr/>
      <dgm:t>
        <a:bodyPr/>
        <a:lstStyle/>
        <a:p>
          <a:endParaRPr lang="zh-CN" altLang="en-US"/>
        </a:p>
      </dgm:t>
    </dgm:pt>
    <dgm:pt modelId="{C1150842-0A3C-4B9A-9F74-D22841C2FFE8}" type="pres">
      <dgm:prSet presAssocID="{86863452-CDEB-46BE-8DBF-D479A35B77C0}" presName="vertSpace2" presStyleLbl="node1" presStyleIdx="0" presStyleCnt="3"/>
      <dgm:spPr/>
    </dgm:pt>
    <dgm:pt modelId="{B08C6B0A-4D04-4EE2-8DDF-A9EAF5CAA992}" type="pres">
      <dgm:prSet presAssocID="{86863452-CDEB-46BE-8DBF-D479A35B77C0}" presName="circle2" presStyleLbl="node1" presStyleIdx="1" presStyleCnt="3"/>
      <dgm:spPr/>
    </dgm:pt>
    <dgm:pt modelId="{DDF6951E-A267-4CE4-B387-AE9DA720519A}" type="pres">
      <dgm:prSet presAssocID="{86863452-CDEB-46BE-8DBF-D479A35B77C0}" presName="rect2" presStyleLbl="alignAcc1" presStyleIdx="1" presStyleCnt="3"/>
      <dgm:spPr/>
      <dgm:t>
        <a:bodyPr/>
        <a:lstStyle/>
        <a:p>
          <a:endParaRPr lang="zh-CN" altLang="en-US"/>
        </a:p>
      </dgm:t>
    </dgm:pt>
    <dgm:pt modelId="{A67C03D0-769A-4461-BC31-4D924F32F732}" type="pres">
      <dgm:prSet presAssocID="{5592A976-B058-4E0A-9D8C-AF0B82F69FA3}" presName="vertSpace3" presStyleLbl="node1" presStyleIdx="1" presStyleCnt="3"/>
      <dgm:spPr/>
    </dgm:pt>
    <dgm:pt modelId="{B59CAFEB-D9AC-4A8B-A7C0-8B7032AC6AFB}" type="pres">
      <dgm:prSet presAssocID="{5592A976-B058-4E0A-9D8C-AF0B82F69FA3}" presName="circle3" presStyleLbl="node1" presStyleIdx="2" presStyleCnt="3"/>
      <dgm:spPr/>
    </dgm:pt>
    <dgm:pt modelId="{4C447271-883E-4467-AD2B-CA8D8C458124}" type="pres">
      <dgm:prSet presAssocID="{5592A976-B058-4E0A-9D8C-AF0B82F69FA3}" presName="rect3" presStyleLbl="alignAcc1" presStyleIdx="2" presStyleCnt="3" custLinFactNeighborX="13420" custLinFactNeighborY="1393"/>
      <dgm:spPr/>
      <dgm:t>
        <a:bodyPr/>
        <a:lstStyle/>
        <a:p>
          <a:endParaRPr lang="zh-CN" altLang="en-US"/>
        </a:p>
      </dgm:t>
    </dgm:pt>
    <dgm:pt modelId="{D2232FC3-52C7-4239-B2D4-4630E69317F8}" type="pres">
      <dgm:prSet presAssocID="{37B58696-9CD3-4C6E-86A3-32EEE31117DF}" presName="rect1ParTxNoCh" presStyleLbl="alignAcc1" presStyleIdx="2" presStyleCnt="3">
        <dgm:presLayoutVars>
          <dgm:chMax val="1"/>
          <dgm:bulletEnabled val="1"/>
        </dgm:presLayoutVars>
      </dgm:prSet>
      <dgm:spPr/>
      <dgm:t>
        <a:bodyPr/>
        <a:lstStyle/>
        <a:p>
          <a:endParaRPr lang="zh-CN" altLang="en-US"/>
        </a:p>
      </dgm:t>
    </dgm:pt>
    <dgm:pt modelId="{D10A4DAF-5628-4E01-B7A4-7E28DC1486DC}" type="pres">
      <dgm:prSet presAssocID="{86863452-CDEB-46BE-8DBF-D479A35B77C0}" presName="rect2ParTxNoCh" presStyleLbl="alignAcc1" presStyleIdx="2" presStyleCnt="3">
        <dgm:presLayoutVars>
          <dgm:chMax val="1"/>
          <dgm:bulletEnabled val="1"/>
        </dgm:presLayoutVars>
      </dgm:prSet>
      <dgm:spPr/>
      <dgm:t>
        <a:bodyPr/>
        <a:lstStyle/>
        <a:p>
          <a:endParaRPr lang="zh-CN" altLang="en-US"/>
        </a:p>
      </dgm:t>
    </dgm:pt>
    <dgm:pt modelId="{2528C16C-725A-48AD-B83F-C5DB265A570C}" type="pres">
      <dgm:prSet presAssocID="{5592A976-B058-4E0A-9D8C-AF0B82F69FA3}" presName="rect3ParTxNoCh" presStyleLbl="alignAcc1" presStyleIdx="2" presStyleCnt="3">
        <dgm:presLayoutVars>
          <dgm:chMax val="1"/>
          <dgm:bulletEnabled val="1"/>
        </dgm:presLayoutVars>
      </dgm:prSet>
      <dgm:spPr/>
      <dgm:t>
        <a:bodyPr/>
        <a:lstStyle/>
        <a:p>
          <a:endParaRPr lang="zh-CN" altLang="en-US"/>
        </a:p>
      </dgm:t>
    </dgm:pt>
  </dgm:ptLst>
  <dgm:cxnLst>
    <dgm:cxn modelId="{CFB56D20-5777-404E-A61B-DCA047231CDF}" type="presOf" srcId="{37B58696-9CD3-4C6E-86A3-32EEE31117DF}" destId="{62551C42-6BCB-415F-AE05-12D4A118F503}" srcOrd="0" destOrd="0" presId="urn:microsoft.com/office/officeart/2005/8/layout/target3"/>
    <dgm:cxn modelId="{1D103135-3E5A-4AF4-8B6A-129036595CE4}" srcId="{0433BE30-872F-4471-9B53-509511896744}" destId="{86863452-CDEB-46BE-8DBF-D479A35B77C0}" srcOrd="1" destOrd="0" parTransId="{BADFB1EF-78B0-4886-9F2A-186FACF7ECC2}" sibTransId="{41322A3B-E49A-4CCA-A66F-1ACAC0D6FD58}"/>
    <dgm:cxn modelId="{CDCD1BE9-97DF-4204-902E-4D7677037075}" type="presOf" srcId="{37B58696-9CD3-4C6E-86A3-32EEE31117DF}" destId="{D2232FC3-52C7-4239-B2D4-4630E69317F8}" srcOrd="1" destOrd="0" presId="urn:microsoft.com/office/officeart/2005/8/layout/target3"/>
    <dgm:cxn modelId="{4ADEAC34-5C8B-4D70-B3FF-F6EDEAA03362}" srcId="{0433BE30-872F-4471-9B53-509511896744}" destId="{37B58696-9CD3-4C6E-86A3-32EEE31117DF}" srcOrd="0" destOrd="0" parTransId="{8D66BFA9-FF3E-4DD2-8C60-09511669024A}" sibTransId="{24AD8DBA-43DB-4092-9010-AEC2456EEE39}"/>
    <dgm:cxn modelId="{E2B2DAF9-B9A5-437C-B872-9F611B59ED59}" srcId="{0433BE30-872F-4471-9B53-509511896744}" destId="{5592A976-B058-4E0A-9D8C-AF0B82F69FA3}" srcOrd="2" destOrd="0" parTransId="{F423FB7F-C575-4203-AC92-D9919B97BDF1}" sibTransId="{FD2ADF9D-B362-4B01-8B7C-A38D27F1E0B1}"/>
    <dgm:cxn modelId="{2F295C96-8385-4EB9-8788-BE1D8717B5FD}" type="presOf" srcId="{0433BE30-872F-4471-9B53-509511896744}" destId="{58830641-0996-4C49-84E4-9FC49FE3EE4B}" srcOrd="0" destOrd="0" presId="urn:microsoft.com/office/officeart/2005/8/layout/target3"/>
    <dgm:cxn modelId="{93461D15-C241-46B8-8194-E903DFB09FE1}" type="presOf" srcId="{5592A976-B058-4E0A-9D8C-AF0B82F69FA3}" destId="{4C447271-883E-4467-AD2B-CA8D8C458124}" srcOrd="0" destOrd="0" presId="urn:microsoft.com/office/officeart/2005/8/layout/target3"/>
    <dgm:cxn modelId="{1646A119-1DC8-4B4F-9CD8-C7171740C72D}" type="presOf" srcId="{5592A976-B058-4E0A-9D8C-AF0B82F69FA3}" destId="{2528C16C-725A-48AD-B83F-C5DB265A570C}" srcOrd="1" destOrd="0" presId="urn:microsoft.com/office/officeart/2005/8/layout/target3"/>
    <dgm:cxn modelId="{5AE6DC30-F63B-4DAF-A69C-8B22961B1C07}" type="presOf" srcId="{86863452-CDEB-46BE-8DBF-D479A35B77C0}" destId="{D10A4DAF-5628-4E01-B7A4-7E28DC1486DC}" srcOrd="1" destOrd="0" presId="urn:microsoft.com/office/officeart/2005/8/layout/target3"/>
    <dgm:cxn modelId="{C4E86847-B042-407F-8156-3A248AEEFDC0}" type="presOf" srcId="{86863452-CDEB-46BE-8DBF-D479A35B77C0}" destId="{DDF6951E-A267-4CE4-B387-AE9DA720519A}" srcOrd="0" destOrd="0" presId="urn:microsoft.com/office/officeart/2005/8/layout/target3"/>
    <dgm:cxn modelId="{1154C966-35CD-490F-8A7A-D9D6DE98DD2A}" type="presParOf" srcId="{58830641-0996-4C49-84E4-9FC49FE3EE4B}" destId="{B84423F6-E2DC-4008-AFBA-49EC1374B9FA}" srcOrd="0" destOrd="0" presId="urn:microsoft.com/office/officeart/2005/8/layout/target3"/>
    <dgm:cxn modelId="{C445D8C0-02D5-4450-8E51-68FC6C0EFA68}" type="presParOf" srcId="{58830641-0996-4C49-84E4-9FC49FE3EE4B}" destId="{4387036C-4F8A-41A8-BAC7-BD0812E9EAFC}" srcOrd="1" destOrd="0" presId="urn:microsoft.com/office/officeart/2005/8/layout/target3"/>
    <dgm:cxn modelId="{80FB00B7-316F-4634-BA0C-1A4DB3AE5BFB}" type="presParOf" srcId="{58830641-0996-4C49-84E4-9FC49FE3EE4B}" destId="{62551C42-6BCB-415F-AE05-12D4A118F503}" srcOrd="2" destOrd="0" presId="urn:microsoft.com/office/officeart/2005/8/layout/target3"/>
    <dgm:cxn modelId="{147CF68C-25B0-423C-88E3-C245972001F6}" type="presParOf" srcId="{58830641-0996-4C49-84E4-9FC49FE3EE4B}" destId="{C1150842-0A3C-4B9A-9F74-D22841C2FFE8}" srcOrd="3" destOrd="0" presId="urn:microsoft.com/office/officeart/2005/8/layout/target3"/>
    <dgm:cxn modelId="{E627B071-8C66-4F95-9802-17147A9A1F8F}" type="presParOf" srcId="{58830641-0996-4C49-84E4-9FC49FE3EE4B}" destId="{B08C6B0A-4D04-4EE2-8DDF-A9EAF5CAA992}" srcOrd="4" destOrd="0" presId="urn:microsoft.com/office/officeart/2005/8/layout/target3"/>
    <dgm:cxn modelId="{66201959-395B-4DE6-A9BE-996ECD807120}" type="presParOf" srcId="{58830641-0996-4C49-84E4-9FC49FE3EE4B}" destId="{DDF6951E-A267-4CE4-B387-AE9DA720519A}" srcOrd="5" destOrd="0" presId="urn:microsoft.com/office/officeart/2005/8/layout/target3"/>
    <dgm:cxn modelId="{02AC4BAF-746B-49E8-91BF-5D205ABD4245}" type="presParOf" srcId="{58830641-0996-4C49-84E4-9FC49FE3EE4B}" destId="{A67C03D0-769A-4461-BC31-4D924F32F732}" srcOrd="6" destOrd="0" presId="urn:microsoft.com/office/officeart/2005/8/layout/target3"/>
    <dgm:cxn modelId="{6B719853-A854-44D6-8D40-17AB72378E63}" type="presParOf" srcId="{58830641-0996-4C49-84E4-9FC49FE3EE4B}" destId="{B59CAFEB-D9AC-4A8B-A7C0-8B7032AC6AFB}" srcOrd="7" destOrd="0" presId="urn:microsoft.com/office/officeart/2005/8/layout/target3"/>
    <dgm:cxn modelId="{753831D0-4E87-43FA-9712-8498AF1C1383}" type="presParOf" srcId="{58830641-0996-4C49-84E4-9FC49FE3EE4B}" destId="{4C447271-883E-4467-AD2B-CA8D8C458124}" srcOrd="8" destOrd="0" presId="urn:microsoft.com/office/officeart/2005/8/layout/target3"/>
    <dgm:cxn modelId="{82E582AB-D7A4-4F59-B354-FBBF6774105B}" type="presParOf" srcId="{58830641-0996-4C49-84E4-9FC49FE3EE4B}" destId="{D2232FC3-52C7-4239-B2D4-4630E69317F8}" srcOrd="9" destOrd="0" presId="urn:microsoft.com/office/officeart/2005/8/layout/target3"/>
    <dgm:cxn modelId="{D8ACBDC5-1776-4EF0-9883-9DD929D62850}" type="presParOf" srcId="{58830641-0996-4C49-84E4-9FC49FE3EE4B}" destId="{D10A4DAF-5628-4E01-B7A4-7E28DC1486DC}" srcOrd="10" destOrd="0" presId="urn:microsoft.com/office/officeart/2005/8/layout/target3"/>
    <dgm:cxn modelId="{393722E2-5DAF-4370-8861-DDCCB593455D}" type="presParOf" srcId="{58830641-0996-4C49-84E4-9FC49FE3EE4B}" destId="{2528C16C-725A-48AD-B83F-C5DB265A570C}"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4E6ECF-33C0-43B8-9EF8-5A488AA5EDE9}" type="doc">
      <dgm:prSet loTypeId="urn:microsoft.com/office/officeart/2005/8/layout/list1#1" loCatId="list" qsTypeId="urn:microsoft.com/office/officeart/2005/8/quickstyle/3d3#1" qsCatId="3D" csTypeId="urn:microsoft.com/office/officeart/2005/8/colors/accent1_2#1" csCatId="accent1" phldr="1"/>
      <dgm:spPr/>
      <dgm:t>
        <a:bodyPr/>
        <a:lstStyle/>
        <a:p>
          <a:endParaRPr lang="zh-CN" altLang="en-US"/>
        </a:p>
      </dgm:t>
    </dgm:pt>
    <dgm:pt modelId="{8A5359BF-EF14-43B9-9EC8-8BF71AB974FB}">
      <dgm:prSet custT="1"/>
      <dgm:spPr/>
      <dgm:t>
        <a:bodyPr/>
        <a:lstStyle/>
        <a:p>
          <a:pPr rtl="0"/>
          <a:r>
            <a:rPr lang="zh-CN" altLang="en-US" sz="1800" dirty="0" smtClean="0"/>
            <a:t>复制原始图像或扫描件；对图像文件的副本进行处理。</a:t>
          </a:r>
          <a:endParaRPr lang="zh-CN" sz="1800" dirty="0"/>
        </a:p>
      </dgm:t>
    </dgm:pt>
    <dgm:pt modelId="{BE3A1751-C1DC-484C-99E2-D90424E230C8}" type="parTrans" cxnId="{19653703-FEFD-4212-8477-2D7252ABC71F}">
      <dgm:prSet/>
      <dgm:spPr/>
      <dgm:t>
        <a:bodyPr/>
        <a:lstStyle/>
        <a:p>
          <a:endParaRPr lang="zh-CN" altLang="en-US"/>
        </a:p>
      </dgm:t>
    </dgm:pt>
    <dgm:pt modelId="{A462625F-83BE-4134-AF6A-B34E5CDFC26D}" type="sibTrans" cxnId="{19653703-FEFD-4212-8477-2D7252ABC71F}">
      <dgm:prSet/>
      <dgm:spPr/>
      <dgm:t>
        <a:bodyPr/>
        <a:lstStyle/>
        <a:p>
          <a:endParaRPr lang="zh-CN" altLang="en-US"/>
        </a:p>
      </dgm:t>
    </dgm:pt>
    <dgm:pt modelId="{332A672E-38DC-4D6D-A3CD-FC4740152A3C}">
      <dgm:prSet custT="1"/>
      <dgm:spPr/>
      <dgm:t>
        <a:bodyPr/>
        <a:lstStyle/>
        <a:p>
          <a:pPr rtl="0"/>
          <a:r>
            <a:rPr lang="zh-CN" sz="1800" dirty="0" smtClean="0"/>
            <a:t>裁剪图像至最终尺寸和方向。</a:t>
          </a:r>
          <a:endParaRPr lang="zh-CN" sz="1800" dirty="0"/>
        </a:p>
      </dgm:t>
    </dgm:pt>
    <dgm:pt modelId="{CFC0A38F-080E-4CBB-B80C-3A6E9143C224}" type="parTrans" cxnId="{26C97006-1A13-4086-A490-E208FE7782ED}">
      <dgm:prSet/>
      <dgm:spPr/>
      <dgm:t>
        <a:bodyPr/>
        <a:lstStyle/>
        <a:p>
          <a:endParaRPr lang="zh-CN" altLang="en-US"/>
        </a:p>
      </dgm:t>
    </dgm:pt>
    <dgm:pt modelId="{59186BD1-8FB1-4622-889C-D39EC36B3695}" type="sibTrans" cxnId="{26C97006-1A13-4086-A490-E208FE7782ED}">
      <dgm:prSet/>
      <dgm:spPr/>
      <dgm:t>
        <a:bodyPr/>
        <a:lstStyle/>
        <a:p>
          <a:endParaRPr lang="zh-CN" altLang="en-US"/>
        </a:p>
      </dgm:t>
    </dgm:pt>
    <dgm:pt modelId="{E9CF6526-CCE2-4117-840A-8F1E4EB4A800}">
      <dgm:prSet custT="1"/>
      <dgm:spPr/>
      <dgm:t>
        <a:bodyPr/>
        <a:lstStyle/>
        <a:p>
          <a:pPr rtl="0"/>
          <a:r>
            <a:rPr lang="zh-CN" sz="1800" dirty="0" smtClean="0"/>
            <a:t>消除色偏。</a:t>
          </a:r>
          <a:endParaRPr lang="zh-CN" sz="1800" dirty="0"/>
        </a:p>
      </dgm:t>
    </dgm:pt>
    <dgm:pt modelId="{3EF80FAE-F24B-44E4-B301-6FFD0E198910}" type="parTrans" cxnId="{9D04D59E-0EFD-4307-9634-87B6EE0A686A}">
      <dgm:prSet/>
      <dgm:spPr/>
      <dgm:t>
        <a:bodyPr/>
        <a:lstStyle/>
        <a:p>
          <a:endParaRPr lang="zh-CN" altLang="en-US"/>
        </a:p>
      </dgm:t>
    </dgm:pt>
    <dgm:pt modelId="{BA9C4E06-A5F8-43C7-B0B9-370CDDBD05DC}" type="sibTrans" cxnId="{9D04D59E-0EFD-4307-9634-87B6EE0A686A}">
      <dgm:prSet/>
      <dgm:spPr/>
      <dgm:t>
        <a:bodyPr/>
        <a:lstStyle/>
        <a:p>
          <a:endParaRPr lang="zh-CN" altLang="en-US"/>
        </a:p>
      </dgm:t>
    </dgm:pt>
    <dgm:pt modelId="{556A92E5-B85F-4DD1-B8D6-102BC49B4E66}">
      <dgm:prSet custT="1"/>
      <dgm:spPr/>
      <dgm:t>
        <a:bodyPr/>
        <a:lstStyle/>
        <a:p>
          <a:pPr rtl="0"/>
          <a:r>
            <a:rPr lang="zh-CN" sz="1800" dirty="0" smtClean="0"/>
            <a:t>调整图像的整体对比度或色调范围。</a:t>
          </a:r>
          <a:endParaRPr lang="zh-CN" sz="1800" dirty="0"/>
        </a:p>
      </dgm:t>
    </dgm:pt>
    <dgm:pt modelId="{A1D8C817-A714-4FF8-80E7-B07D5984AEA0}" type="parTrans" cxnId="{F65302A3-9903-4D5D-BC8F-4653618571E6}">
      <dgm:prSet/>
      <dgm:spPr/>
      <dgm:t>
        <a:bodyPr/>
        <a:lstStyle/>
        <a:p>
          <a:endParaRPr lang="zh-CN" altLang="en-US"/>
        </a:p>
      </dgm:t>
    </dgm:pt>
    <dgm:pt modelId="{8DED9140-7930-4B24-AB90-5316C864FAF8}" type="sibTrans" cxnId="{F65302A3-9903-4D5D-BC8F-4653618571E6}">
      <dgm:prSet/>
      <dgm:spPr/>
      <dgm:t>
        <a:bodyPr/>
        <a:lstStyle/>
        <a:p>
          <a:endParaRPr lang="zh-CN" altLang="en-US"/>
        </a:p>
      </dgm:t>
    </dgm:pt>
    <dgm:pt modelId="{D85EA115-5E61-4A2D-AC40-3818260F90EE}">
      <dgm:prSet custT="1"/>
      <dgm:spPr/>
      <dgm:t>
        <a:bodyPr/>
        <a:lstStyle/>
        <a:p>
          <a:pPr rtl="0"/>
          <a:r>
            <a:rPr lang="zh-CN" sz="1800" dirty="0" smtClean="0"/>
            <a:t>确保分辨率适合图像的使用方式。</a:t>
          </a:r>
          <a:endParaRPr lang="zh-CN" sz="1800" dirty="0"/>
        </a:p>
      </dgm:t>
    </dgm:pt>
    <dgm:pt modelId="{5E95DACD-68F4-4031-8443-8168D526A8B2}" type="parTrans" cxnId="{2EA96FBC-7EE0-4ADC-BB57-F35AC6392AB6}">
      <dgm:prSet/>
      <dgm:spPr/>
      <dgm:t>
        <a:bodyPr/>
        <a:lstStyle/>
        <a:p>
          <a:endParaRPr lang="zh-CN" altLang="en-US"/>
        </a:p>
      </dgm:t>
    </dgm:pt>
    <dgm:pt modelId="{94693035-7174-46C9-BF81-BD5BE60C465A}" type="sibTrans" cxnId="{2EA96FBC-7EE0-4ADC-BB57-F35AC6392AB6}">
      <dgm:prSet/>
      <dgm:spPr/>
      <dgm:t>
        <a:bodyPr/>
        <a:lstStyle/>
        <a:p>
          <a:endParaRPr lang="zh-CN" altLang="en-US"/>
        </a:p>
      </dgm:t>
    </dgm:pt>
    <dgm:pt modelId="{D710C4BA-AAC8-4808-B4BA-FE9921678A34}">
      <dgm:prSet custT="1"/>
      <dgm:spPr/>
      <dgm:t>
        <a:bodyPr/>
        <a:lstStyle/>
        <a:p>
          <a:r>
            <a:rPr lang="zh-CN" altLang="en-US" sz="2000" dirty="0" smtClean="0"/>
            <a:t>修复受损照片扫描件的缺陷（如裂缝、粉尘或污渍</a:t>
          </a:r>
          <a:r>
            <a:rPr lang="zh-CN" altLang="en-US" sz="2000" dirty="0" smtClean="0"/>
            <a:t>）。</a:t>
          </a:r>
          <a:endParaRPr lang="zh-CN" altLang="en-US" sz="1300" dirty="0"/>
        </a:p>
      </dgm:t>
    </dgm:pt>
    <dgm:pt modelId="{E5A8B2FE-CDBD-4FC7-81D8-7466F59DA771}" type="parTrans" cxnId="{154ABA3A-97FD-43B5-AE87-742FC0BAFAC7}">
      <dgm:prSet/>
      <dgm:spPr/>
      <dgm:t>
        <a:bodyPr/>
        <a:lstStyle/>
        <a:p>
          <a:endParaRPr lang="zh-CN" altLang="en-US"/>
        </a:p>
      </dgm:t>
    </dgm:pt>
    <dgm:pt modelId="{3420259C-F21E-4418-92A4-B821E2D0B82B}" type="sibTrans" cxnId="{154ABA3A-97FD-43B5-AE87-742FC0BAFAC7}">
      <dgm:prSet/>
      <dgm:spPr/>
      <dgm:t>
        <a:bodyPr/>
        <a:lstStyle/>
        <a:p>
          <a:endParaRPr lang="zh-CN" altLang="en-US"/>
        </a:p>
      </dgm:t>
    </dgm:pt>
    <dgm:pt modelId="{F91F6C1F-0EA3-4272-9742-4DAA13078481}">
      <dgm:prSet custT="1"/>
      <dgm:spPr/>
      <dgm:t>
        <a:bodyPr/>
        <a:lstStyle/>
        <a:p>
          <a:r>
            <a:rPr lang="zh-CN" altLang="en-US" sz="2000" dirty="0" smtClean="0"/>
            <a:t>调整图像特定部分的颜色和</a:t>
          </a:r>
          <a:r>
            <a:rPr lang="zh-CN" altLang="en-US" sz="2000" dirty="0" smtClean="0"/>
            <a:t>色调。</a:t>
          </a:r>
          <a:endParaRPr lang="zh-CN" altLang="en-US" sz="2000" dirty="0"/>
        </a:p>
      </dgm:t>
    </dgm:pt>
    <dgm:pt modelId="{4B538563-9E61-4135-8A3C-DC394D128AEA}" type="parTrans" cxnId="{A4BDB3E2-11E2-4B75-A98C-607953E2CF71}">
      <dgm:prSet/>
      <dgm:spPr/>
      <dgm:t>
        <a:bodyPr/>
        <a:lstStyle/>
        <a:p>
          <a:endParaRPr lang="zh-CN" altLang="en-US"/>
        </a:p>
      </dgm:t>
    </dgm:pt>
    <dgm:pt modelId="{46AACBD6-0D29-4681-BFF9-BAC188A1CE36}" type="sibTrans" cxnId="{A4BDB3E2-11E2-4B75-A98C-607953E2CF71}">
      <dgm:prSet/>
      <dgm:spPr/>
      <dgm:t>
        <a:bodyPr/>
        <a:lstStyle/>
        <a:p>
          <a:endParaRPr lang="zh-CN" altLang="en-US"/>
        </a:p>
      </dgm:t>
    </dgm:pt>
    <dgm:pt modelId="{C1AF31DF-DC72-4309-AA34-909F27EB8325}" type="pres">
      <dgm:prSet presAssocID="{CD4E6ECF-33C0-43B8-9EF8-5A488AA5EDE9}" presName="linear" presStyleCnt="0">
        <dgm:presLayoutVars>
          <dgm:dir/>
          <dgm:animLvl val="lvl"/>
          <dgm:resizeHandles val="exact"/>
        </dgm:presLayoutVars>
      </dgm:prSet>
      <dgm:spPr/>
      <dgm:t>
        <a:bodyPr/>
        <a:lstStyle/>
        <a:p>
          <a:endParaRPr lang="zh-CN" altLang="en-US"/>
        </a:p>
      </dgm:t>
    </dgm:pt>
    <dgm:pt modelId="{84848FD8-63AD-4E10-893F-4EBD7CA60C31}" type="pres">
      <dgm:prSet presAssocID="{8A5359BF-EF14-43B9-9EC8-8BF71AB974FB}" presName="parentLin" presStyleCnt="0"/>
      <dgm:spPr/>
    </dgm:pt>
    <dgm:pt modelId="{74315AD1-ACFA-4F9A-B2A2-090016D79A61}" type="pres">
      <dgm:prSet presAssocID="{8A5359BF-EF14-43B9-9EC8-8BF71AB974FB}" presName="parentLeftMargin" presStyleLbl="node1" presStyleIdx="0" presStyleCnt="7"/>
      <dgm:spPr/>
      <dgm:t>
        <a:bodyPr/>
        <a:lstStyle/>
        <a:p>
          <a:endParaRPr lang="zh-CN" altLang="en-US"/>
        </a:p>
      </dgm:t>
    </dgm:pt>
    <dgm:pt modelId="{EBA6F1DE-C94D-43F0-AB5F-606DD846573F}" type="pres">
      <dgm:prSet presAssocID="{8A5359BF-EF14-43B9-9EC8-8BF71AB974FB}" presName="parentText" presStyleLbl="node1" presStyleIdx="0" presStyleCnt="7" custScaleX="124210">
        <dgm:presLayoutVars>
          <dgm:chMax val="0"/>
          <dgm:bulletEnabled val="1"/>
        </dgm:presLayoutVars>
      </dgm:prSet>
      <dgm:spPr/>
      <dgm:t>
        <a:bodyPr/>
        <a:lstStyle/>
        <a:p>
          <a:endParaRPr lang="zh-CN" altLang="en-US"/>
        </a:p>
      </dgm:t>
    </dgm:pt>
    <dgm:pt modelId="{0CD14132-7117-44CD-B350-88ED362B2A40}" type="pres">
      <dgm:prSet presAssocID="{8A5359BF-EF14-43B9-9EC8-8BF71AB974FB}" presName="negativeSpace" presStyleCnt="0"/>
      <dgm:spPr/>
    </dgm:pt>
    <dgm:pt modelId="{4C14E34B-0046-4B81-A9DA-0C9E5DFE8B8E}" type="pres">
      <dgm:prSet presAssocID="{8A5359BF-EF14-43B9-9EC8-8BF71AB974FB}" presName="childText" presStyleLbl="conFgAcc1" presStyleIdx="0" presStyleCnt="7">
        <dgm:presLayoutVars>
          <dgm:bulletEnabled val="1"/>
        </dgm:presLayoutVars>
      </dgm:prSet>
      <dgm:spPr/>
    </dgm:pt>
    <dgm:pt modelId="{5532237B-E155-4231-97CE-678F085CA850}" type="pres">
      <dgm:prSet presAssocID="{A462625F-83BE-4134-AF6A-B34E5CDFC26D}" presName="spaceBetweenRectangles" presStyleCnt="0"/>
      <dgm:spPr/>
    </dgm:pt>
    <dgm:pt modelId="{689B3CC1-8AD2-4ED1-B62A-1A426CA0CE5B}" type="pres">
      <dgm:prSet presAssocID="{D85EA115-5E61-4A2D-AC40-3818260F90EE}" presName="parentLin" presStyleCnt="0"/>
      <dgm:spPr/>
    </dgm:pt>
    <dgm:pt modelId="{7A7D86F4-5C9E-4372-835A-0CDD16D4DC9D}" type="pres">
      <dgm:prSet presAssocID="{D85EA115-5E61-4A2D-AC40-3818260F90EE}" presName="parentLeftMargin" presStyleLbl="node1" presStyleIdx="0" presStyleCnt="7"/>
      <dgm:spPr/>
      <dgm:t>
        <a:bodyPr/>
        <a:lstStyle/>
        <a:p>
          <a:endParaRPr lang="zh-CN" altLang="en-US"/>
        </a:p>
      </dgm:t>
    </dgm:pt>
    <dgm:pt modelId="{7D83CDEE-2F99-493B-B52E-1FD90A1619B9}" type="pres">
      <dgm:prSet presAssocID="{D85EA115-5E61-4A2D-AC40-3818260F90EE}" presName="parentText" presStyleLbl="node1" presStyleIdx="1" presStyleCnt="7" custScaleX="124210">
        <dgm:presLayoutVars>
          <dgm:chMax val="0"/>
          <dgm:bulletEnabled val="1"/>
        </dgm:presLayoutVars>
      </dgm:prSet>
      <dgm:spPr/>
      <dgm:t>
        <a:bodyPr/>
        <a:lstStyle/>
        <a:p>
          <a:endParaRPr lang="zh-CN" altLang="en-US"/>
        </a:p>
      </dgm:t>
    </dgm:pt>
    <dgm:pt modelId="{FA5F839A-03DB-4FB7-BE4D-FDFA154AA69B}" type="pres">
      <dgm:prSet presAssocID="{D85EA115-5E61-4A2D-AC40-3818260F90EE}" presName="negativeSpace" presStyleCnt="0"/>
      <dgm:spPr/>
    </dgm:pt>
    <dgm:pt modelId="{E2C58D90-2D1A-408B-9EC2-6FD730A175D7}" type="pres">
      <dgm:prSet presAssocID="{D85EA115-5E61-4A2D-AC40-3818260F90EE}" presName="childText" presStyleLbl="conFgAcc1" presStyleIdx="1" presStyleCnt="7">
        <dgm:presLayoutVars>
          <dgm:bulletEnabled val="1"/>
        </dgm:presLayoutVars>
      </dgm:prSet>
      <dgm:spPr/>
    </dgm:pt>
    <dgm:pt modelId="{5135DC3A-3519-451E-B5E5-E1417F10DE35}" type="pres">
      <dgm:prSet presAssocID="{94693035-7174-46C9-BF81-BD5BE60C465A}" presName="spaceBetweenRectangles" presStyleCnt="0"/>
      <dgm:spPr/>
    </dgm:pt>
    <dgm:pt modelId="{56CFE212-1589-4351-9CD7-8DE6CCA86F29}" type="pres">
      <dgm:prSet presAssocID="{332A672E-38DC-4D6D-A3CD-FC4740152A3C}" presName="parentLin" presStyleCnt="0"/>
      <dgm:spPr/>
    </dgm:pt>
    <dgm:pt modelId="{14349C54-A9B0-4970-B492-B4E0E4E1F268}" type="pres">
      <dgm:prSet presAssocID="{332A672E-38DC-4D6D-A3CD-FC4740152A3C}" presName="parentLeftMargin" presStyleLbl="node1" presStyleIdx="1" presStyleCnt="7"/>
      <dgm:spPr/>
      <dgm:t>
        <a:bodyPr/>
        <a:lstStyle/>
        <a:p>
          <a:endParaRPr lang="zh-CN" altLang="en-US"/>
        </a:p>
      </dgm:t>
    </dgm:pt>
    <dgm:pt modelId="{C89FB9D1-9CA2-4509-835B-0C100F305331}" type="pres">
      <dgm:prSet presAssocID="{332A672E-38DC-4D6D-A3CD-FC4740152A3C}" presName="parentText" presStyleLbl="node1" presStyleIdx="2" presStyleCnt="7" custScaleX="124210">
        <dgm:presLayoutVars>
          <dgm:chMax val="0"/>
          <dgm:bulletEnabled val="1"/>
        </dgm:presLayoutVars>
      </dgm:prSet>
      <dgm:spPr/>
      <dgm:t>
        <a:bodyPr/>
        <a:lstStyle/>
        <a:p>
          <a:endParaRPr lang="zh-CN" altLang="en-US"/>
        </a:p>
      </dgm:t>
    </dgm:pt>
    <dgm:pt modelId="{C092930D-59F9-4D74-937C-0E2E58C0096D}" type="pres">
      <dgm:prSet presAssocID="{332A672E-38DC-4D6D-A3CD-FC4740152A3C}" presName="negativeSpace" presStyleCnt="0"/>
      <dgm:spPr/>
    </dgm:pt>
    <dgm:pt modelId="{574B2154-706C-4891-82F9-38BBB63B9849}" type="pres">
      <dgm:prSet presAssocID="{332A672E-38DC-4D6D-A3CD-FC4740152A3C}" presName="childText" presStyleLbl="conFgAcc1" presStyleIdx="2" presStyleCnt="7">
        <dgm:presLayoutVars>
          <dgm:bulletEnabled val="1"/>
        </dgm:presLayoutVars>
      </dgm:prSet>
      <dgm:spPr/>
    </dgm:pt>
    <dgm:pt modelId="{F3FAAAB3-4876-469F-8CC0-0CDBC09EB8EA}" type="pres">
      <dgm:prSet presAssocID="{59186BD1-8FB1-4622-889C-D39EC36B3695}" presName="spaceBetweenRectangles" presStyleCnt="0"/>
      <dgm:spPr/>
    </dgm:pt>
    <dgm:pt modelId="{D46D7C91-02DE-42FC-90B6-D107A7FAB480}" type="pres">
      <dgm:prSet presAssocID="{E9CF6526-CCE2-4117-840A-8F1E4EB4A800}" presName="parentLin" presStyleCnt="0"/>
      <dgm:spPr/>
    </dgm:pt>
    <dgm:pt modelId="{E3C28CA1-1AC2-4537-8A72-098D8BE63AFD}" type="pres">
      <dgm:prSet presAssocID="{E9CF6526-CCE2-4117-840A-8F1E4EB4A800}" presName="parentLeftMargin" presStyleLbl="node1" presStyleIdx="2" presStyleCnt="7"/>
      <dgm:spPr/>
      <dgm:t>
        <a:bodyPr/>
        <a:lstStyle/>
        <a:p>
          <a:endParaRPr lang="zh-CN" altLang="en-US"/>
        </a:p>
      </dgm:t>
    </dgm:pt>
    <dgm:pt modelId="{28E1FCB8-A73B-40FF-8903-69E0588E6ACC}" type="pres">
      <dgm:prSet presAssocID="{E9CF6526-CCE2-4117-840A-8F1E4EB4A800}" presName="parentText" presStyleLbl="node1" presStyleIdx="3" presStyleCnt="7" custScaleX="124210">
        <dgm:presLayoutVars>
          <dgm:chMax val="0"/>
          <dgm:bulletEnabled val="1"/>
        </dgm:presLayoutVars>
      </dgm:prSet>
      <dgm:spPr/>
      <dgm:t>
        <a:bodyPr/>
        <a:lstStyle/>
        <a:p>
          <a:endParaRPr lang="zh-CN" altLang="en-US"/>
        </a:p>
      </dgm:t>
    </dgm:pt>
    <dgm:pt modelId="{766ABE17-6362-447E-9DF9-816DDDCB5CB1}" type="pres">
      <dgm:prSet presAssocID="{E9CF6526-CCE2-4117-840A-8F1E4EB4A800}" presName="negativeSpace" presStyleCnt="0"/>
      <dgm:spPr/>
    </dgm:pt>
    <dgm:pt modelId="{255434E9-8FC8-4655-A6F2-73908F40E688}" type="pres">
      <dgm:prSet presAssocID="{E9CF6526-CCE2-4117-840A-8F1E4EB4A800}" presName="childText" presStyleLbl="conFgAcc1" presStyleIdx="3" presStyleCnt="7">
        <dgm:presLayoutVars>
          <dgm:bulletEnabled val="1"/>
        </dgm:presLayoutVars>
      </dgm:prSet>
      <dgm:spPr/>
    </dgm:pt>
    <dgm:pt modelId="{37BF4EB1-2D61-4A26-87A2-F511A9AB6906}" type="pres">
      <dgm:prSet presAssocID="{BA9C4E06-A5F8-43C7-B0B9-370CDDBD05DC}" presName="spaceBetweenRectangles" presStyleCnt="0"/>
      <dgm:spPr/>
    </dgm:pt>
    <dgm:pt modelId="{A49189E4-9060-489A-97A2-0A76B1A5EB96}" type="pres">
      <dgm:prSet presAssocID="{556A92E5-B85F-4DD1-B8D6-102BC49B4E66}" presName="parentLin" presStyleCnt="0"/>
      <dgm:spPr/>
    </dgm:pt>
    <dgm:pt modelId="{E6DAA429-E262-4985-BB89-475D82EA77A5}" type="pres">
      <dgm:prSet presAssocID="{556A92E5-B85F-4DD1-B8D6-102BC49B4E66}" presName="parentLeftMargin" presStyleLbl="node1" presStyleIdx="3" presStyleCnt="7"/>
      <dgm:spPr/>
      <dgm:t>
        <a:bodyPr/>
        <a:lstStyle/>
        <a:p>
          <a:endParaRPr lang="zh-CN" altLang="en-US"/>
        </a:p>
      </dgm:t>
    </dgm:pt>
    <dgm:pt modelId="{90BAAA5B-8C5E-4069-A9F2-A12F26231E06}" type="pres">
      <dgm:prSet presAssocID="{556A92E5-B85F-4DD1-B8D6-102BC49B4E66}" presName="parentText" presStyleLbl="node1" presStyleIdx="4" presStyleCnt="7" custScaleX="124210">
        <dgm:presLayoutVars>
          <dgm:chMax val="0"/>
          <dgm:bulletEnabled val="1"/>
        </dgm:presLayoutVars>
      </dgm:prSet>
      <dgm:spPr/>
      <dgm:t>
        <a:bodyPr/>
        <a:lstStyle/>
        <a:p>
          <a:endParaRPr lang="zh-CN" altLang="en-US"/>
        </a:p>
      </dgm:t>
    </dgm:pt>
    <dgm:pt modelId="{8AB2E20E-054B-4541-BCC6-3D98F2898E08}" type="pres">
      <dgm:prSet presAssocID="{556A92E5-B85F-4DD1-B8D6-102BC49B4E66}" presName="negativeSpace" presStyleCnt="0"/>
      <dgm:spPr/>
    </dgm:pt>
    <dgm:pt modelId="{6561F706-B5B6-4DFF-B101-85023C76B9F6}" type="pres">
      <dgm:prSet presAssocID="{556A92E5-B85F-4DD1-B8D6-102BC49B4E66}" presName="childText" presStyleLbl="conFgAcc1" presStyleIdx="4" presStyleCnt="7">
        <dgm:presLayoutVars>
          <dgm:bulletEnabled val="1"/>
        </dgm:presLayoutVars>
      </dgm:prSet>
      <dgm:spPr/>
    </dgm:pt>
    <dgm:pt modelId="{61E49B82-D384-4896-A8B2-52F7081CF7BB}" type="pres">
      <dgm:prSet presAssocID="{8DED9140-7930-4B24-AB90-5316C864FAF8}" presName="spaceBetweenRectangles" presStyleCnt="0"/>
      <dgm:spPr/>
    </dgm:pt>
    <dgm:pt modelId="{290ABC9C-C7F2-4251-960D-1C736AA39AC2}" type="pres">
      <dgm:prSet presAssocID="{D710C4BA-AAC8-4808-B4BA-FE9921678A34}" presName="parentLin" presStyleCnt="0"/>
      <dgm:spPr/>
    </dgm:pt>
    <dgm:pt modelId="{3FECAD3A-E6C9-4EAF-96A7-C32113CD8838}" type="pres">
      <dgm:prSet presAssocID="{D710C4BA-AAC8-4808-B4BA-FE9921678A34}" presName="parentLeftMargin" presStyleLbl="node1" presStyleIdx="4" presStyleCnt="7"/>
      <dgm:spPr/>
      <dgm:t>
        <a:bodyPr/>
        <a:lstStyle/>
        <a:p>
          <a:endParaRPr lang="zh-CN" altLang="en-US"/>
        </a:p>
      </dgm:t>
    </dgm:pt>
    <dgm:pt modelId="{F550B7AD-1C69-4B72-AC8E-90044B9D885B}" type="pres">
      <dgm:prSet presAssocID="{D710C4BA-AAC8-4808-B4BA-FE9921678A34}" presName="parentText" presStyleLbl="node1" presStyleIdx="5" presStyleCnt="7" custScaleX="124210">
        <dgm:presLayoutVars>
          <dgm:chMax val="0"/>
          <dgm:bulletEnabled val="1"/>
        </dgm:presLayoutVars>
      </dgm:prSet>
      <dgm:spPr/>
      <dgm:t>
        <a:bodyPr/>
        <a:lstStyle/>
        <a:p>
          <a:endParaRPr lang="zh-CN" altLang="en-US"/>
        </a:p>
      </dgm:t>
    </dgm:pt>
    <dgm:pt modelId="{0B1B9D61-7247-4417-8E4E-FFC70D8676D7}" type="pres">
      <dgm:prSet presAssocID="{D710C4BA-AAC8-4808-B4BA-FE9921678A34}" presName="negativeSpace" presStyleCnt="0"/>
      <dgm:spPr/>
    </dgm:pt>
    <dgm:pt modelId="{FB03AA74-C56C-4E3E-A99D-4731C75B812D}" type="pres">
      <dgm:prSet presAssocID="{D710C4BA-AAC8-4808-B4BA-FE9921678A34}" presName="childText" presStyleLbl="conFgAcc1" presStyleIdx="5" presStyleCnt="7">
        <dgm:presLayoutVars>
          <dgm:bulletEnabled val="1"/>
        </dgm:presLayoutVars>
      </dgm:prSet>
      <dgm:spPr/>
    </dgm:pt>
    <dgm:pt modelId="{51D9B3AF-A853-4D4B-AAF2-C7BB650733EB}" type="pres">
      <dgm:prSet presAssocID="{3420259C-F21E-4418-92A4-B821E2D0B82B}" presName="spaceBetweenRectangles" presStyleCnt="0"/>
      <dgm:spPr/>
    </dgm:pt>
    <dgm:pt modelId="{95EE3F78-E94F-4308-BB8B-9E4283FE7A9A}" type="pres">
      <dgm:prSet presAssocID="{F91F6C1F-0EA3-4272-9742-4DAA13078481}" presName="parentLin" presStyleCnt="0"/>
      <dgm:spPr/>
    </dgm:pt>
    <dgm:pt modelId="{7E056257-5A01-413F-B72F-58B476C5CDF3}" type="pres">
      <dgm:prSet presAssocID="{F91F6C1F-0EA3-4272-9742-4DAA13078481}" presName="parentLeftMargin" presStyleLbl="node1" presStyleIdx="5" presStyleCnt="7"/>
      <dgm:spPr/>
      <dgm:t>
        <a:bodyPr/>
        <a:lstStyle/>
        <a:p>
          <a:endParaRPr lang="zh-CN" altLang="en-US"/>
        </a:p>
      </dgm:t>
    </dgm:pt>
    <dgm:pt modelId="{98D2D353-5490-477D-90A2-30F1354DF7C3}" type="pres">
      <dgm:prSet presAssocID="{F91F6C1F-0EA3-4272-9742-4DAA13078481}" presName="parentText" presStyleLbl="node1" presStyleIdx="6" presStyleCnt="7" custScaleX="124210">
        <dgm:presLayoutVars>
          <dgm:chMax val="0"/>
          <dgm:bulletEnabled val="1"/>
        </dgm:presLayoutVars>
      </dgm:prSet>
      <dgm:spPr/>
      <dgm:t>
        <a:bodyPr/>
        <a:lstStyle/>
        <a:p>
          <a:endParaRPr lang="zh-CN" altLang="en-US"/>
        </a:p>
      </dgm:t>
    </dgm:pt>
    <dgm:pt modelId="{B169942C-033E-48FA-86F8-CBB4D8573EA7}" type="pres">
      <dgm:prSet presAssocID="{F91F6C1F-0EA3-4272-9742-4DAA13078481}" presName="negativeSpace" presStyleCnt="0"/>
      <dgm:spPr/>
    </dgm:pt>
    <dgm:pt modelId="{E5469E1C-25A7-42D7-AE59-F65155A6E476}" type="pres">
      <dgm:prSet presAssocID="{F91F6C1F-0EA3-4272-9742-4DAA13078481}" presName="childText" presStyleLbl="conFgAcc1" presStyleIdx="6" presStyleCnt="7">
        <dgm:presLayoutVars>
          <dgm:bulletEnabled val="1"/>
        </dgm:presLayoutVars>
      </dgm:prSet>
      <dgm:spPr/>
    </dgm:pt>
  </dgm:ptLst>
  <dgm:cxnLst>
    <dgm:cxn modelId="{154ABA3A-97FD-43B5-AE87-742FC0BAFAC7}" srcId="{CD4E6ECF-33C0-43B8-9EF8-5A488AA5EDE9}" destId="{D710C4BA-AAC8-4808-B4BA-FE9921678A34}" srcOrd="5" destOrd="0" parTransId="{E5A8B2FE-CDBD-4FC7-81D8-7466F59DA771}" sibTransId="{3420259C-F21E-4418-92A4-B821E2D0B82B}"/>
    <dgm:cxn modelId="{6FC70D4C-0FD2-4675-90CF-C8E5D927FF2D}" type="presOf" srcId="{D85EA115-5E61-4A2D-AC40-3818260F90EE}" destId="{7A7D86F4-5C9E-4372-835A-0CDD16D4DC9D}" srcOrd="0" destOrd="0" presId="urn:microsoft.com/office/officeart/2005/8/layout/list1#1"/>
    <dgm:cxn modelId="{8D572D1A-8202-4B38-BAAB-1A32C5843F6E}" type="presOf" srcId="{D710C4BA-AAC8-4808-B4BA-FE9921678A34}" destId="{3FECAD3A-E6C9-4EAF-96A7-C32113CD8838}" srcOrd="0" destOrd="0" presId="urn:microsoft.com/office/officeart/2005/8/layout/list1#1"/>
    <dgm:cxn modelId="{E9273547-97E5-42DD-85D5-FD2463AE2E4F}" type="presOf" srcId="{E9CF6526-CCE2-4117-840A-8F1E4EB4A800}" destId="{E3C28CA1-1AC2-4537-8A72-098D8BE63AFD}" srcOrd="0" destOrd="0" presId="urn:microsoft.com/office/officeart/2005/8/layout/list1#1"/>
    <dgm:cxn modelId="{D953A714-E36D-4860-9ECF-BAB9250A21B2}" type="presOf" srcId="{332A672E-38DC-4D6D-A3CD-FC4740152A3C}" destId="{C89FB9D1-9CA2-4509-835B-0C100F305331}" srcOrd="1" destOrd="0" presId="urn:microsoft.com/office/officeart/2005/8/layout/list1#1"/>
    <dgm:cxn modelId="{DD2FEDA7-36F4-4FB9-8208-B75AC4A8EC4C}" type="presOf" srcId="{D710C4BA-AAC8-4808-B4BA-FE9921678A34}" destId="{F550B7AD-1C69-4B72-AC8E-90044B9D885B}" srcOrd="1" destOrd="0" presId="urn:microsoft.com/office/officeart/2005/8/layout/list1#1"/>
    <dgm:cxn modelId="{26C97006-1A13-4086-A490-E208FE7782ED}" srcId="{CD4E6ECF-33C0-43B8-9EF8-5A488AA5EDE9}" destId="{332A672E-38DC-4D6D-A3CD-FC4740152A3C}" srcOrd="2" destOrd="0" parTransId="{CFC0A38F-080E-4CBB-B80C-3A6E9143C224}" sibTransId="{59186BD1-8FB1-4622-889C-D39EC36B3695}"/>
    <dgm:cxn modelId="{AFEC3132-B1F5-4A74-A787-C84B309FB668}" type="presOf" srcId="{556A92E5-B85F-4DD1-B8D6-102BC49B4E66}" destId="{E6DAA429-E262-4985-BB89-475D82EA77A5}" srcOrd="0" destOrd="0" presId="urn:microsoft.com/office/officeart/2005/8/layout/list1#1"/>
    <dgm:cxn modelId="{2EA96FBC-7EE0-4ADC-BB57-F35AC6392AB6}" srcId="{CD4E6ECF-33C0-43B8-9EF8-5A488AA5EDE9}" destId="{D85EA115-5E61-4A2D-AC40-3818260F90EE}" srcOrd="1" destOrd="0" parTransId="{5E95DACD-68F4-4031-8443-8168D526A8B2}" sibTransId="{94693035-7174-46C9-BF81-BD5BE60C465A}"/>
    <dgm:cxn modelId="{A569AB96-12D7-4C3D-9116-34FAC105BCCD}" type="presOf" srcId="{F91F6C1F-0EA3-4272-9742-4DAA13078481}" destId="{98D2D353-5490-477D-90A2-30F1354DF7C3}" srcOrd="1" destOrd="0" presId="urn:microsoft.com/office/officeart/2005/8/layout/list1#1"/>
    <dgm:cxn modelId="{3D0E347B-B3F2-494C-B719-72BC5602BADF}" type="presOf" srcId="{E9CF6526-CCE2-4117-840A-8F1E4EB4A800}" destId="{28E1FCB8-A73B-40FF-8903-69E0588E6ACC}" srcOrd="1" destOrd="0" presId="urn:microsoft.com/office/officeart/2005/8/layout/list1#1"/>
    <dgm:cxn modelId="{DA231752-9256-45AD-A12C-B8554DE42F29}" type="presOf" srcId="{8A5359BF-EF14-43B9-9EC8-8BF71AB974FB}" destId="{EBA6F1DE-C94D-43F0-AB5F-606DD846573F}" srcOrd="1" destOrd="0" presId="urn:microsoft.com/office/officeart/2005/8/layout/list1#1"/>
    <dgm:cxn modelId="{620D7990-4048-4165-9C75-2DC806F39686}" type="presOf" srcId="{332A672E-38DC-4D6D-A3CD-FC4740152A3C}" destId="{14349C54-A9B0-4970-B492-B4E0E4E1F268}" srcOrd="0" destOrd="0" presId="urn:microsoft.com/office/officeart/2005/8/layout/list1#1"/>
    <dgm:cxn modelId="{B010BC44-25EA-4C63-BA01-8FC489077E04}" type="presOf" srcId="{8A5359BF-EF14-43B9-9EC8-8BF71AB974FB}" destId="{74315AD1-ACFA-4F9A-B2A2-090016D79A61}" srcOrd="0" destOrd="0" presId="urn:microsoft.com/office/officeart/2005/8/layout/list1#1"/>
    <dgm:cxn modelId="{9D04D59E-0EFD-4307-9634-87B6EE0A686A}" srcId="{CD4E6ECF-33C0-43B8-9EF8-5A488AA5EDE9}" destId="{E9CF6526-CCE2-4117-840A-8F1E4EB4A800}" srcOrd="3" destOrd="0" parTransId="{3EF80FAE-F24B-44E4-B301-6FFD0E198910}" sibTransId="{BA9C4E06-A5F8-43C7-B0B9-370CDDBD05DC}"/>
    <dgm:cxn modelId="{B1DCEB46-7E94-4D80-9DB1-A761F933F6BF}" type="presOf" srcId="{F91F6C1F-0EA3-4272-9742-4DAA13078481}" destId="{7E056257-5A01-413F-B72F-58B476C5CDF3}" srcOrd="0" destOrd="0" presId="urn:microsoft.com/office/officeart/2005/8/layout/list1#1"/>
    <dgm:cxn modelId="{D79BD6CE-4F52-438C-955D-3B303D9C4640}" type="presOf" srcId="{CD4E6ECF-33C0-43B8-9EF8-5A488AA5EDE9}" destId="{C1AF31DF-DC72-4309-AA34-909F27EB8325}" srcOrd="0" destOrd="0" presId="urn:microsoft.com/office/officeart/2005/8/layout/list1#1"/>
    <dgm:cxn modelId="{A4BDB3E2-11E2-4B75-A98C-607953E2CF71}" srcId="{CD4E6ECF-33C0-43B8-9EF8-5A488AA5EDE9}" destId="{F91F6C1F-0EA3-4272-9742-4DAA13078481}" srcOrd="6" destOrd="0" parTransId="{4B538563-9E61-4135-8A3C-DC394D128AEA}" sibTransId="{46AACBD6-0D29-4681-BFF9-BAC188A1CE36}"/>
    <dgm:cxn modelId="{A23E756D-0016-4196-AE6B-E3A9CF93A785}" type="presOf" srcId="{556A92E5-B85F-4DD1-B8D6-102BC49B4E66}" destId="{90BAAA5B-8C5E-4069-A9F2-A12F26231E06}" srcOrd="1" destOrd="0" presId="urn:microsoft.com/office/officeart/2005/8/layout/list1#1"/>
    <dgm:cxn modelId="{99D621C4-9E18-4684-A14E-FD7D6BDA27C1}" type="presOf" srcId="{D85EA115-5E61-4A2D-AC40-3818260F90EE}" destId="{7D83CDEE-2F99-493B-B52E-1FD90A1619B9}" srcOrd="1" destOrd="0" presId="urn:microsoft.com/office/officeart/2005/8/layout/list1#1"/>
    <dgm:cxn modelId="{F65302A3-9903-4D5D-BC8F-4653618571E6}" srcId="{CD4E6ECF-33C0-43B8-9EF8-5A488AA5EDE9}" destId="{556A92E5-B85F-4DD1-B8D6-102BC49B4E66}" srcOrd="4" destOrd="0" parTransId="{A1D8C817-A714-4FF8-80E7-B07D5984AEA0}" sibTransId="{8DED9140-7930-4B24-AB90-5316C864FAF8}"/>
    <dgm:cxn modelId="{19653703-FEFD-4212-8477-2D7252ABC71F}" srcId="{CD4E6ECF-33C0-43B8-9EF8-5A488AA5EDE9}" destId="{8A5359BF-EF14-43B9-9EC8-8BF71AB974FB}" srcOrd="0" destOrd="0" parTransId="{BE3A1751-C1DC-484C-99E2-D90424E230C8}" sibTransId="{A462625F-83BE-4134-AF6A-B34E5CDFC26D}"/>
    <dgm:cxn modelId="{15D22C1F-96DF-4AE6-99A9-E57B9A7DD197}" type="presParOf" srcId="{C1AF31DF-DC72-4309-AA34-909F27EB8325}" destId="{84848FD8-63AD-4E10-893F-4EBD7CA60C31}" srcOrd="0" destOrd="0" presId="urn:microsoft.com/office/officeart/2005/8/layout/list1#1"/>
    <dgm:cxn modelId="{25C5A834-A0DB-4DCE-89CB-EF0990235D79}" type="presParOf" srcId="{84848FD8-63AD-4E10-893F-4EBD7CA60C31}" destId="{74315AD1-ACFA-4F9A-B2A2-090016D79A61}" srcOrd="0" destOrd="0" presId="urn:microsoft.com/office/officeart/2005/8/layout/list1#1"/>
    <dgm:cxn modelId="{F752C272-966C-4C12-B072-8547A23930CD}" type="presParOf" srcId="{84848FD8-63AD-4E10-893F-4EBD7CA60C31}" destId="{EBA6F1DE-C94D-43F0-AB5F-606DD846573F}" srcOrd="1" destOrd="0" presId="urn:microsoft.com/office/officeart/2005/8/layout/list1#1"/>
    <dgm:cxn modelId="{7B0D3985-D57D-4D59-87C9-E300BE31C599}" type="presParOf" srcId="{C1AF31DF-DC72-4309-AA34-909F27EB8325}" destId="{0CD14132-7117-44CD-B350-88ED362B2A40}" srcOrd="1" destOrd="0" presId="urn:microsoft.com/office/officeart/2005/8/layout/list1#1"/>
    <dgm:cxn modelId="{F4D1EA2A-C0EA-4089-AE29-2E4B60DC764D}" type="presParOf" srcId="{C1AF31DF-DC72-4309-AA34-909F27EB8325}" destId="{4C14E34B-0046-4B81-A9DA-0C9E5DFE8B8E}" srcOrd="2" destOrd="0" presId="urn:microsoft.com/office/officeart/2005/8/layout/list1#1"/>
    <dgm:cxn modelId="{98326516-A871-45B6-B431-0BA74424D22B}" type="presParOf" srcId="{C1AF31DF-DC72-4309-AA34-909F27EB8325}" destId="{5532237B-E155-4231-97CE-678F085CA850}" srcOrd="3" destOrd="0" presId="urn:microsoft.com/office/officeart/2005/8/layout/list1#1"/>
    <dgm:cxn modelId="{B7DF162C-A081-45F0-AA02-98C34D84EE46}" type="presParOf" srcId="{C1AF31DF-DC72-4309-AA34-909F27EB8325}" destId="{689B3CC1-8AD2-4ED1-B62A-1A426CA0CE5B}" srcOrd="4" destOrd="0" presId="urn:microsoft.com/office/officeart/2005/8/layout/list1#1"/>
    <dgm:cxn modelId="{2415A62B-661E-4E44-9616-72533686803E}" type="presParOf" srcId="{689B3CC1-8AD2-4ED1-B62A-1A426CA0CE5B}" destId="{7A7D86F4-5C9E-4372-835A-0CDD16D4DC9D}" srcOrd="0" destOrd="0" presId="urn:microsoft.com/office/officeart/2005/8/layout/list1#1"/>
    <dgm:cxn modelId="{EC8EEB23-5BB1-4357-8FCF-F6A9EA983898}" type="presParOf" srcId="{689B3CC1-8AD2-4ED1-B62A-1A426CA0CE5B}" destId="{7D83CDEE-2F99-493B-B52E-1FD90A1619B9}" srcOrd="1" destOrd="0" presId="urn:microsoft.com/office/officeart/2005/8/layout/list1#1"/>
    <dgm:cxn modelId="{FF1C26F4-4F45-4691-82D2-D12DF4C33ED3}" type="presParOf" srcId="{C1AF31DF-DC72-4309-AA34-909F27EB8325}" destId="{FA5F839A-03DB-4FB7-BE4D-FDFA154AA69B}" srcOrd="5" destOrd="0" presId="urn:microsoft.com/office/officeart/2005/8/layout/list1#1"/>
    <dgm:cxn modelId="{23958B39-F483-4646-93CD-F1D7BF1E11FD}" type="presParOf" srcId="{C1AF31DF-DC72-4309-AA34-909F27EB8325}" destId="{E2C58D90-2D1A-408B-9EC2-6FD730A175D7}" srcOrd="6" destOrd="0" presId="urn:microsoft.com/office/officeart/2005/8/layout/list1#1"/>
    <dgm:cxn modelId="{17F5E5A2-D094-415A-AC6D-92E6DC3AA649}" type="presParOf" srcId="{C1AF31DF-DC72-4309-AA34-909F27EB8325}" destId="{5135DC3A-3519-451E-B5E5-E1417F10DE35}" srcOrd="7" destOrd="0" presId="urn:microsoft.com/office/officeart/2005/8/layout/list1#1"/>
    <dgm:cxn modelId="{1778EF62-E3D7-42CC-904D-5466FB024362}" type="presParOf" srcId="{C1AF31DF-DC72-4309-AA34-909F27EB8325}" destId="{56CFE212-1589-4351-9CD7-8DE6CCA86F29}" srcOrd="8" destOrd="0" presId="urn:microsoft.com/office/officeart/2005/8/layout/list1#1"/>
    <dgm:cxn modelId="{21606E3D-BC46-4799-9608-7804295FAFEC}" type="presParOf" srcId="{56CFE212-1589-4351-9CD7-8DE6CCA86F29}" destId="{14349C54-A9B0-4970-B492-B4E0E4E1F268}" srcOrd="0" destOrd="0" presId="urn:microsoft.com/office/officeart/2005/8/layout/list1#1"/>
    <dgm:cxn modelId="{B9241418-4C2E-4BAE-846E-9E8C2D73457A}" type="presParOf" srcId="{56CFE212-1589-4351-9CD7-8DE6CCA86F29}" destId="{C89FB9D1-9CA2-4509-835B-0C100F305331}" srcOrd="1" destOrd="0" presId="urn:microsoft.com/office/officeart/2005/8/layout/list1#1"/>
    <dgm:cxn modelId="{AD6BE245-0BAC-47DD-AC15-0DE8FCCB0FA8}" type="presParOf" srcId="{C1AF31DF-DC72-4309-AA34-909F27EB8325}" destId="{C092930D-59F9-4D74-937C-0E2E58C0096D}" srcOrd="9" destOrd="0" presId="urn:microsoft.com/office/officeart/2005/8/layout/list1#1"/>
    <dgm:cxn modelId="{1100EACE-9A86-4C26-8F88-611FF915166A}" type="presParOf" srcId="{C1AF31DF-DC72-4309-AA34-909F27EB8325}" destId="{574B2154-706C-4891-82F9-38BBB63B9849}" srcOrd="10" destOrd="0" presId="urn:microsoft.com/office/officeart/2005/8/layout/list1#1"/>
    <dgm:cxn modelId="{B297D072-8F22-4C46-9C46-7C9E260C081D}" type="presParOf" srcId="{C1AF31DF-DC72-4309-AA34-909F27EB8325}" destId="{F3FAAAB3-4876-469F-8CC0-0CDBC09EB8EA}" srcOrd="11" destOrd="0" presId="urn:microsoft.com/office/officeart/2005/8/layout/list1#1"/>
    <dgm:cxn modelId="{B5BCA630-4070-4081-8DD3-A6190F57E7BD}" type="presParOf" srcId="{C1AF31DF-DC72-4309-AA34-909F27EB8325}" destId="{D46D7C91-02DE-42FC-90B6-D107A7FAB480}" srcOrd="12" destOrd="0" presId="urn:microsoft.com/office/officeart/2005/8/layout/list1#1"/>
    <dgm:cxn modelId="{F52D98A0-F6E2-44EB-A36A-9BE5C9B58592}" type="presParOf" srcId="{D46D7C91-02DE-42FC-90B6-D107A7FAB480}" destId="{E3C28CA1-1AC2-4537-8A72-098D8BE63AFD}" srcOrd="0" destOrd="0" presId="urn:microsoft.com/office/officeart/2005/8/layout/list1#1"/>
    <dgm:cxn modelId="{4FBA0C48-C747-4E27-906C-AD0CE4BD6184}" type="presParOf" srcId="{D46D7C91-02DE-42FC-90B6-D107A7FAB480}" destId="{28E1FCB8-A73B-40FF-8903-69E0588E6ACC}" srcOrd="1" destOrd="0" presId="urn:microsoft.com/office/officeart/2005/8/layout/list1#1"/>
    <dgm:cxn modelId="{D5E0B22B-2CCD-4018-88D5-332C31D4AAE2}" type="presParOf" srcId="{C1AF31DF-DC72-4309-AA34-909F27EB8325}" destId="{766ABE17-6362-447E-9DF9-816DDDCB5CB1}" srcOrd="13" destOrd="0" presId="urn:microsoft.com/office/officeart/2005/8/layout/list1#1"/>
    <dgm:cxn modelId="{2FC1DE48-1383-430D-919F-762F7164A774}" type="presParOf" srcId="{C1AF31DF-DC72-4309-AA34-909F27EB8325}" destId="{255434E9-8FC8-4655-A6F2-73908F40E688}" srcOrd="14" destOrd="0" presId="urn:microsoft.com/office/officeart/2005/8/layout/list1#1"/>
    <dgm:cxn modelId="{260BEABC-4C1B-49D5-8F61-83827242F20C}" type="presParOf" srcId="{C1AF31DF-DC72-4309-AA34-909F27EB8325}" destId="{37BF4EB1-2D61-4A26-87A2-F511A9AB6906}" srcOrd="15" destOrd="0" presId="urn:microsoft.com/office/officeart/2005/8/layout/list1#1"/>
    <dgm:cxn modelId="{620340A4-82C2-4F6D-A55B-8B710415C24D}" type="presParOf" srcId="{C1AF31DF-DC72-4309-AA34-909F27EB8325}" destId="{A49189E4-9060-489A-97A2-0A76B1A5EB96}" srcOrd="16" destOrd="0" presId="urn:microsoft.com/office/officeart/2005/8/layout/list1#1"/>
    <dgm:cxn modelId="{7C8AE18D-EB18-4718-A88B-E7BC8A2ED3CD}" type="presParOf" srcId="{A49189E4-9060-489A-97A2-0A76B1A5EB96}" destId="{E6DAA429-E262-4985-BB89-475D82EA77A5}" srcOrd="0" destOrd="0" presId="urn:microsoft.com/office/officeart/2005/8/layout/list1#1"/>
    <dgm:cxn modelId="{732BBD26-E6E7-4136-9463-20E7CA5BC207}" type="presParOf" srcId="{A49189E4-9060-489A-97A2-0A76B1A5EB96}" destId="{90BAAA5B-8C5E-4069-A9F2-A12F26231E06}" srcOrd="1" destOrd="0" presId="urn:microsoft.com/office/officeart/2005/8/layout/list1#1"/>
    <dgm:cxn modelId="{D099EE9E-31E1-4D73-A57B-1B22A942373F}" type="presParOf" srcId="{C1AF31DF-DC72-4309-AA34-909F27EB8325}" destId="{8AB2E20E-054B-4541-BCC6-3D98F2898E08}" srcOrd="17" destOrd="0" presId="urn:microsoft.com/office/officeart/2005/8/layout/list1#1"/>
    <dgm:cxn modelId="{D5FBDE1B-36D4-494A-83EB-975EC3BCB8FE}" type="presParOf" srcId="{C1AF31DF-DC72-4309-AA34-909F27EB8325}" destId="{6561F706-B5B6-4DFF-B101-85023C76B9F6}" srcOrd="18" destOrd="0" presId="urn:microsoft.com/office/officeart/2005/8/layout/list1#1"/>
    <dgm:cxn modelId="{2CC09034-1F56-4F6B-84EF-DDE287DF951F}" type="presParOf" srcId="{C1AF31DF-DC72-4309-AA34-909F27EB8325}" destId="{61E49B82-D384-4896-A8B2-52F7081CF7BB}" srcOrd="19" destOrd="0" presId="urn:microsoft.com/office/officeart/2005/8/layout/list1#1"/>
    <dgm:cxn modelId="{8A67B579-A130-4553-A58F-704CE608EF42}" type="presParOf" srcId="{C1AF31DF-DC72-4309-AA34-909F27EB8325}" destId="{290ABC9C-C7F2-4251-960D-1C736AA39AC2}" srcOrd="20" destOrd="0" presId="urn:microsoft.com/office/officeart/2005/8/layout/list1#1"/>
    <dgm:cxn modelId="{39F38DFB-2E2C-48E2-8412-1BB86166CAE9}" type="presParOf" srcId="{290ABC9C-C7F2-4251-960D-1C736AA39AC2}" destId="{3FECAD3A-E6C9-4EAF-96A7-C32113CD8838}" srcOrd="0" destOrd="0" presId="urn:microsoft.com/office/officeart/2005/8/layout/list1#1"/>
    <dgm:cxn modelId="{10EA1EEA-DCB0-401C-BE76-07F2755434EB}" type="presParOf" srcId="{290ABC9C-C7F2-4251-960D-1C736AA39AC2}" destId="{F550B7AD-1C69-4B72-AC8E-90044B9D885B}" srcOrd="1" destOrd="0" presId="urn:microsoft.com/office/officeart/2005/8/layout/list1#1"/>
    <dgm:cxn modelId="{13E77742-80C5-4C77-B284-775540AB1776}" type="presParOf" srcId="{C1AF31DF-DC72-4309-AA34-909F27EB8325}" destId="{0B1B9D61-7247-4417-8E4E-FFC70D8676D7}" srcOrd="21" destOrd="0" presId="urn:microsoft.com/office/officeart/2005/8/layout/list1#1"/>
    <dgm:cxn modelId="{E98D578E-F78C-4C09-A774-91C820DD17A2}" type="presParOf" srcId="{C1AF31DF-DC72-4309-AA34-909F27EB8325}" destId="{FB03AA74-C56C-4E3E-A99D-4731C75B812D}" srcOrd="22" destOrd="0" presId="urn:microsoft.com/office/officeart/2005/8/layout/list1#1"/>
    <dgm:cxn modelId="{4F79FCFD-0990-47C5-B9AB-469DD96A59CD}" type="presParOf" srcId="{C1AF31DF-DC72-4309-AA34-909F27EB8325}" destId="{51D9B3AF-A853-4D4B-AAF2-C7BB650733EB}" srcOrd="23" destOrd="0" presId="urn:microsoft.com/office/officeart/2005/8/layout/list1#1"/>
    <dgm:cxn modelId="{9378BCDC-5723-40AD-884C-C428FF9E20B8}" type="presParOf" srcId="{C1AF31DF-DC72-4309-AA34-909F27EB8325}" destId="{95EE3F78-E94F-4308-BB8B-9E4283FE7A9A}" srcOrd="24" destOrd="0" presId="urn:microsoft.com/office/officeart/2005/8/layout/list1#1"/>
    <dgm:cxn modelId="{92D31891-92B0-403B-BE8E-6944AF577C57}" type="presParOf" srcId="{95EE3F78-E94F-4308-BB8B-9E4283FE7A9A}" destId="{7E056257-5A01-413F-B72F-58B476C5CDF3}" srcOrd="0" destOrd="0" presId="urn:microsoft.com/office/officeart/2005/8/layout/list1#1"/>
    <dgm:cxn modelId="{BBB054B4-85F3-48FF-9110-8FA5EF047AFF}" type="presParOf" srcId="{95EE3F78-E94F-4308-BB8B-9E4283FE7A9A}" destId="{98D2D353-5490-477D-90A2-30F1354DF7C3}" srcOrd="1" destOrd="0" presId="urn:microsoft.com/office/officeart/2005/8/layout/list1#1"/>
    <dgm:cxn modelId="{C210D28D-3BB2-4783-9D4C-084B5186E1F9}" type="presParOf" srcId="{C1AF31DF-DC72-4309-AA34-909F27EB8325}" destId="{B169942C-033E-48FA-86F8-CBB4D8573EA7}" srcOrd="25" destOrd="0" presId="urn:microsoft.com/office/officeart/2005/8/layout/list1#1"/>
    <dgm:cxn modelId="{5B510F88-8E02-4AEE-8855-417ECC80BBFD}" type="presParOf" srcId="{C1AF31DF-DC72-4309-AA34-909F27EB8325}" destId="{E5469E1C-25A7-42D7-AE59-F65155A6E476}" srcOrd="26"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1ECF2F-F188-4B8C-BB6D-D9010F071C47}" type="doc">
      <dgm:prSet loTypeId="urn:microsoft.com/office/officeart/2005/8/layout/target3" loCatId="list" qsTypeId="urn:microsoft.com/office/officeart/2005/8/quickstyle/simple3#1" qsCatId="simple" csTypeId="urn:microsoft.com/office/officeart/2005/8/colors/accent1_2#3" csCatId="accent1" phldr="1"/>
      <dgm:spPr/>
      <dgm:t>
        <a:bodyPr/>
        <a:lstStyle/>
        <a:p>
          <a:endParaRPr lang="zh-CN" altLang="en-US"/>
        </a:p>
      </dgm:t>
    </dgm:pt>
    <dgm:pt modelId="{59B4F85D-A8B5-4A16-8926-E390AF0C5FF3}">
      <dgm:prSet custT="1"/>
      <dgm:spPr/>
      <dgm:t>
        <a:bodyPr/>
        <a:lstStyle/>
        <a:p>
          <a:pPr algn="l" rtl="0"/>
          <a:r>
            <a:rPr lang="en-US" altLang="zh-CN" sz="2000" dirty="0" smtClean="0"/>
            <a:t>1.</a:t>
          </a:r>
          <a:r>
            <a:rPr lang="zh-CN" sz="2000" dirty="0" smtClean="0"/>
            <a:t>在“工具箱”中，选择“裁剪工具” 。</a:t>
          </a:r>
          <a:endParaRPr lang="zh-CN" sz="2000" dirty="0"/>
        </a:p>
      </dgm:t>
    </dgm:pt>
    <dgm:pt modelId="{8F02879C-5A06-4A91-8462-D2A56B809BCE}" type="parTrans" cxnId="{936A8F3C-9EA0-43C6-8AEE-F3EC5F79E19E}">
      <dgm:prSet/>
      <dgm:spPr/>
      <dgm:t>
        <a:bodyPr/>
        <a:lstStyle/>
        <a:p>
          <a:endParaRPr lang="zh-CN" altLang="en-US"/>
        </a:p>
      </dgm:t>
    </dgm:pt>
    <dgm:pt modelId="{8FC6C18F-E551-481F-8C8F-DC056F38C7ED}" type="sibTrans" cxnId="{936A8F3C-9EA0-43C6-8AEE-F3EC5F79E19E}">
      <dgm:prSet/>
      <dgm:spPr/>
      <dgm:t>
        <a:bodyPr/>
        <a:lstStyle/>
        <a:p>
          <a:endParaRPr lang="zh-CN" altLang="en-US"/>
        </a:p>
      </dgm:t>
    </dgm:pt>
    <dgm:pt modelId="{D4CE3645-40A9-4A16-A69C-D29BDD0EA12C}">
      <dgm:prSet custT="1"/>
      <dgm:spPr/>
      <dgm:t>
        <a:bodyPr/>
        <a:lstStyle/>
        <a:p>
          <a:pPr algn="l" rtl="0"/>
          <a:r>
            <a:rPr lang="en-US" sz="2000" dirty="0" smtClean="0"/>
            <a:t>2.</a:t>
          </a:r>
          <a:r>
            <a:rPr lang="zh-CN" sz="2000" dirty="0" smtClean="0"/>
            <a:t>在选项栏中，从选择“预设长宽比或裁剪尺寸”下拉菜单中选择“宽×高×分辨率</a:t>
          </a:r>
          <a:r>
            <a:rPr lang="zh-CN" sz="2000" dirty="0" smtClean="0"/>
            <a:t>” 。</a:t>
          </a:r>
          <a:endParaRPr lang="zh-CN" sz="2000" dirty="0"/>
        </a:p>
      </dgm:t>
    </dgm:pt>
    <dgm:pt modelId="{722838F6-6C64-444F-AB64-F9133B8801C5}" type="parTrans" cxnId="{7BC51612-A567-47EA-9079-831C52DA6B24}">
      <dgm:prSet/>
      <dgm:spPr/>
      <dgm:t>
        <a:bodyPr/>
        <a:lstStyle/>
        <a:p>
          <a:endParaRPr lang="zh-CN" altLang="en-US"/>
        </a:p>
      </dgm:t>
    </dgm:pt>
    <dgm:pt modelId="{D945B0F9-AADB-410F-8E9A-E1A15D4287C7}" type="sibTrans" cxnId="{7BC51612-A567-47EA-9079-831C52DA6B24}">
      <dgm:prSet/>
      <dgm:spPr/>
      <dgm:t>
        <a:bodyPr/>
        <a:lstStyle/>
        <a:p>
          <a:endParaRPr lang="zh-CN" altLang="en-US"/>
        </a:p>
      </dgm:t>
    </dgm:pt>
    <dgm:pt modelId="{85144B00-02C4-4C26-9DCA-22A7F009C307}">
      <dgm:prSet custT="1"/>
      <dgm:spPr/>
      <dgm:t>
        <a:bodyPr/>
        <a:lstStyle/>
        <a:p>
          <a:pPr algn="l" rtl="0"/>
          <a:r>
            <a:rPr lang="en-US" sz="2000" dirty="0" smtClean="0"/>
            <a:t>3.</a:t>
          </a:r>
          <a:r>
            <a:rPr lang="zh-CN" sz="2000" dirty="0" smtClean="0"/>
            <a:t>在选项栏中输入图像的尺寸，“宽度”为</a:t>
          </a:r>
          <a:r>
            <a:rPr lang="en-US" sz="2000" dirty="0" smtClean="0"/>
            <a:t>12</a:t>
          </a:r>
          <a:r>
            <a:rPr lang="zh-CN" sz="2000" dirty="0" smtClean="0"/>
            <a:t>厘米，“高度”为</a:t>
          </a:r>
          <a:r>
            <a:rPr lang="en-US" sz="2000" dirty="0" smtClean="0"/>
            <a:t>8</a:t>
          </a:r>
          <a:r>
            <a:rPr lang="zh-CN" sz="2000" dirty="0" smtClean="0"/>
            <a:t>厘米，“分辨率”为</a:t>
          </a:r>
          <a:r>
            <a:rPr lang="en-US" sz="2000" dirty="0" smtClean="0"/>
            <a:t>1200</a:t>
          </a:r>
          <a:r>
            <a:rPr lang="zh-CN" sz="2000" dirty="0" smtClean="0"/>
            <a:t>像素</a:t>
          </a:r>
          <a:r>
            <a:rPr lang="en-US" sz="2000" dirty="0" smtClean="0"/>
            <a:t>/</a:t>
          </a:r>
          <a:r>
            <a:rPr lang="zh-CN" sz="2000" dirty="0" smtClean="0"/>
            <a:t>英寸</a:t>
          </a:r>
          <a:r>
            <a:rPr lang="zh-CN" altLang="en-US" sz="2000" dirty="0" smtClean="0"/>
            <a:t>。</a:t>
          </a:r>
          <a:endParaRPr lang="zh-CN" sz="2000" dirty="0"/>
        </a:p>
      </dgm:t>
    </dgm:pt>
    <dgm:pt modelId="{C0BB1F3A-4A72-484E-B441-F2727F4FE861}" type="parTrans" cxnId="{9DC22412-EEC0-4D38-8D9D-BD6FB4143D25}">
      <dgm:prSet/>
      <dgm:spPr/>
      <dgm:t>
        <a:bodyPr/>
        <a:lstStyle/>
        <a:p>
          <a:endParaRPr lang="zh-CN" altLang="en-US"/>
        </a:p>
      </dgm:t>
    </dgm:pt>
    <dgm:pt modelId="{E769BC2E-287F-492C-A440-4FAA8B191C1A}" type="sibTrans" cxnId="{9DC22412-EEC0-4D38-8D9D-BD6FB4143D25}">
      <dgm:prSet/>
      <dgm:spPr/>
      <dgm:t>
        <a:bodyPr/>
        <a:lstStyle/>
        <a:p>
          <a:endParaRPr lang="zh-CN" altLang="en-US"/>
        </a:p>
      </dgm:t>
    </dgm:pt>
    <dgm:pt modelId="{458876C5-84C5-4A03-8694-F9449849A920}">
      <dgm:prSet custT="1"/>
      <dgm:spPr/>
      <dgm:t>
        <a:bodyPr/>
        <a:lstStyle/>
        <a:p>
          <a:pPr algn="l" rtl="0"/>
          <a:r>
            <a:rPr lang="en-US" altLang="zh-CN" sz="2000" dirty="0" smtClean="0"/>
            <a:t>4.</a:t>
          </a:r>
          <a:r>
            <a:rPr lang="zh-CN" sz="2000" dirty="0" smtClean="0"/>
            <a:t>点击“确定”即会出现裁剪网格。裁剪框外面的区域将被裁剪覆盖，开始修齐图像。</a:t>
          </a:r>
          <a:endParaRPr lang="zh-CN" sz="2000" dirty="0"/>
        </a:p>
      </dgm:t>
    </dgm:pt>
    <dgm:pt modelId="{9437471C-D845-4647-BD7E-0AE31A491E1A}" type="parTrans" cxnId="{AAA663E1-23CC-4CEA-845F-A69BCA3404EF}">
      <dgm:prSet/>
      <dgm:spPr/>
      <dgm:t>
        <a:bodyPr/>
        <a:lstStyle/>
        <a:p>
          <a:endParaRPr lang="zh-CN" altLang="en-US"/>
        </a:p>
      </dgm:t>
    </dgm:pt>
    <dgm:pt modelId="{2D4B5DFC-3F2D-4351-BCC6-960D9189A2A0}" type="sibTrans" cxnId="{AAA663E1-23CC-4CEA-845F-A69BCA3404EF}">
      <dgm:prSet/>
      <dgm:spPr/>
      <dgm:t>
        <a:bodyPr/>
        <a:lstStyle/>
        <a:p>
          <a:endParaRPr lang="zh-CN" altLang="en-US"/>
        </a:p>
      </dgm:t>
    </dgm:pt>
    <dgm:pt modelId="{AC94BFBA-A9A5-4CC5-8B31-C572F5AF1148}">
      <dgm:prSet custT="1"/>
      <dgm:spPr/>
      <dgm:t>
        <a:bodyPr/>
        <a:lstStyle/>
        <a:p>
          <a:pPr algn="l" rtl="0"/>
          <a:r>
            <a:rPr lang="en-US" altLang="zh-CN" sz="2000" dirty="0" smtClean="0"/>
            <a:t>5.</a:t>
          </a:r>
          <a:r>
            <a:rPr lang="zh-CN" sz="2000" dirty="0" smtClean="0"/>
            <a:t>在“选项栏”中点击“拉直”，指针变为</a:t>
          </a:r>
          <a:r>
            <a:rPr lang="zh-CN" sz="2000" dirty="0" smtClean="0"/>
            <a:t>“拉直工具”</a:t>
          </a:r>
          <a:r>
            <a:rPr lang="zh-CN" altLang="en-US" sz="2000" dirty="0" smtClean="0"/>
            <a:t>。</a:t>
          </a:r>
          <a:endParaRPr lang="zh-CN" sz="2000" dirty="0"/>
        </a:p>
      </dgm:t>
    </dgm:pt>
    <dgm:pt modelId="{C3D9732F-D7E0-4241-96BC-7FF8636AA4D1}" type="parTrans" cxnId="{AB7629BD-2C39-4AE4-B03B-D496EF974F61}">
      <dgm:prSet/>
      <dgm:spPr/>
      <dgm:t>
        <a:bodyPr/>
        <a:lstStyle/>
        <a:p>
          <a:endParaRPr lang="zh-CN" altLang="en-US"/>
        </a:p>
      </dgm:t>
    </dgm:pt>
    <dgm:pt modelId="{71EA45C2-2B78-4741-A5A2-76C8CCA255C6}" type="sibTrans" cxnId="{AB7629BD-2C39-4AE4-B03B-D496EF974F61}">
      <dgm:prSet/>
      <dgm:spPr/>
      <dgm:t>
        <a:bodyPr/>
        <a:lstStyle/>
        <a:p>
          <a:endParaRPr lang="zh-CN" altLang="en-US"/>
        </a:p>
      </dgm:t>
    </dgm:pt>
    <dgm:pt modelId="{417EF6A0-9FBB-4716-A22D-869486786253}" type="pres">
      <dgm:prSet presAssocID="{B91ECF2F-F188-4B8C-BB6D-D9010F071C47}" presName="Name0" presStyleCnt="0">
        <dgm:presLayoutVars>
          <dgm:chMax val="7"/>
          <dgm:dir/>
          <dgm:animLvl val="lvl"/>
          <dgm:resizeHandles val="exact"/>
        </dgm:presLayoutVars>
      </dgm:prSet>
      <dgm:spPr/>
      <dgm:t>
        <a:bodyPr/>
        <a:lstStyle/>
        <a:p>
          <a:endParaRPr lang="zh-CN" altLang="en-US"/>
        </a:p>
      </dgm:t>
    </dgm:pt>
    <dgm:pt modelId="{B147BFBF-731A-492A-BDBE-21F3CCCE3CC3}" type="pres">
      <dgm:prSet presAssocID="{59B4F85D-A8B5-4A16-8926-E390AF0C5FF3}" presName="circle1" presStyleLbl="node1" presStyleIdx="0" presStyleCnt="5"/>
      <dgm:spPr/>
    </dgm:pt>
    <dgm:pt modelId="{C9212B19-601B-4011-8182-479DF3B938AF}" type="pres">
      <dgm:prSet presAssocID="{59B4F85D-A8B5-4A16-8926-E390AF0C5FF3}" presName="space" presStyleCnt="0"/>
      <dgm:spPr/>
    </dgm:pt>
    <dgm:pt modelId="{1071C698-8C82-440A-ADFD-A094FA07EA7B}" type="pres">
      <dgm:prSet presAssocID="{59B4F85D-A8B5-4A16-8926-E390AF0C5FF3}" presName="rect1" presStyleLbl="alignAcc1" presStyleIdx="0" presStyleCnt="5"/>
      <dgm:spPr/>
      <dgm:t>
        <a:bodyPr/>
        <a:lstStyle/>
        <a:p>
          <a:endParaRPr lang="zh-CN" altLang="en-US"/>
        </a:p>
      </dgm:t>
    </dgm:pt>
    <dgm:pt modelId="{9605ED4D-A10E-4FA8-AAC9-149F20271C4B}" type="pres">
      <dgm:prSet presAssocID="{D4CE3645-40A9-4A16-A69C-D29BDD0EA12C}" presName="vertSpace2" presStyleLbl="node1" presStyleIdx="0" presStyleCnt="5"/>
      <dgm:spPr/>
    </dgm:pt>
    <dgm:pt modelId="{D75EA9A9-8E32-4EF2-871D-59115E9C5084}" type="pres">
      <dgm:prSet presAssocID="{D4CE3645-40A9-4A16-A69C-D29BDD0EA12C}" presName="circle2" presStyleLbl="node1" presStyleIdx="1" presStyleCnt="5"/>
      <dgm:spPr/>
    </dgm:pt>
    <dgm:pt modelId="{324B4832-3719-40BE-B680-A14A67D6454A}" type="pres">
      <dgm:prSet presAssocID="{D4CE3645-40A9-4A16-A69C-D29BDD0EA12C}" presName="rect2" presStyleLbl="alignAcc1" presStyleIdx="1" presStyleCnt="5"/>
      <dgm:spPr/>
      <dgm:t>
        <a:bodyPr/>
        <a:lstStyle/>
        <a:p>
          <a:endParaRPr lang="zh-CN" altLang="en-US"/>
        </a:p>
      </dgm:t>
    </dgm:pt>
    <dgm:pt modelId="{C9816DB1-0621-44DD-B3E1-09BD5E2CC4D2}" type="pres">
      <dgm:prSet presAssocID="{85144B00-02C4-4C26-9DCA-22A7F009C307}" presName="vertSpace3" presStyleLbl="node1" presStyleIdx="1" presStyleCnt="5"/>
      <dgm:spPr/>
    </dgm:pt>
    <dgm:pt modelId="{53E1B985-86B6-484F-BE18-D99F9D29881D}" type="pres">
      <dgm:prSet presAssocID="{85144B00-02C4-4C26-9DCA-22A7F009C307}" presName="circle3" presStyleLbl="node1" presStyleIdx="2" presStyleCnt="5"/>
      <dgm:spPr/>
    </dgm:pt>
    <dgm:pt modelId="{0B7BD724-3330-4BAA-A3E8-4D38B9A14686}" type="pres">
      <dgm:prSet presAssocID="{85144B00-02C4-4C26-9DCA-22A7F009C307}" presName="rect3" presStyleLbl="alignAcc1" presStyleIdx="2" presStyleCnt="5"/>
      <dgm:spPr/>
      <dgm:t>
        <a:bodyPr/>
        <a:lstStyle/>
        <a:p>
          <a:endParaRPr lang="zh-CN" altLang="en-US"/>
        </a:p>
      </dgm:t>
    </dgm:pt>
    <dgm:pt modelId="{56D8093E-E251-488A-B284-B38FCFD3179E}" type="pres">
      <dgm:prSet presAssocID="{458876C5-84C5-4A03-8694-F9449849A920}" presName="vertSpace4" presStyleLbl="node1" presStyleIdx="2" presStyleCnt="5"/>
      <dgm:spPr/>
    </dgm:pt>
    <dgm:pt modelId="{5D3DF294-26B4-4C42-9EE8-4E0F1E8EEFC0}" type="pres">
      <dgm:prSet presAssocID="{458876C5-84C5-4A03-8694-F9449849A920}" presName="circle4" presStyleLbl="node1" presStyleIdx="3" presStyleCnt="5"/>
      <dgm:spPr/>
    </dgm:pt>
    <dgm:pt modelId="{050355B4-6632-4CC6-BAED-436AD4AECEC5}" type="pres">
      <dgm:prSet presAssocID="{458876C5-84C5-4A03-8694-F9449849A920}" presName="rect4" presStyleLbl="alignAcc1" presStyleIdx="3" presStyleCnt="5"/>
      <dgm:spPr/>
      <dgm:t>
        <a:bodyPr/>
        <a:lstStyle/>
        <a:p>
          <a:endParaRPr lang="zh-CN" altLang="en-US"/>
        </a:p>
      </dgm:t>
    </dgm:pt>
    <dgm:pt modelId="{70B0AA9C-D489-4F41-8253-91B462734134}" type="pres">
      <dgm:prSet presAssocID="{AC94BFBA-A9A5-4CC5-8B31-C572F5AF1148}" presName="vertSpace5" presStyleLbl="node1" presStyleIdx="3" presStyleCnt="5"/>
      <dgm:spPr/>
    </dgm:pt>
    <dgm:pt modelId="{DB50A436-AF0B-4E0A-AA88-B9019C0E8840}" type="pres">
      <dgm:prSet presAssocID="{AC94BFBA-A9A5-4CC5-8B31-C572F5AF1148}" presName="circle5" presStyleLbl="node1" presStyleIdx="4" presStyleCnt="5"/>
      <dgm:spPr/>
    </dgm:pt>
    <dgm:pt modelId="{FF6902FA-2FCF-4137-B352-D02EBC75EC92}" type="pres">
      <dgm:prSet presAssocID="{AC94BFBA-A9A5-4CC5-8B31-C572F5AF1148}" presName="rect5" presStyleLbl="alignAcc1" presStyleIdx="4" presStyleCnt="5"/>
      <dgm:spPr/>
      <dgm:t>
        <a:bodyPr/>
        <a:lstStyle/>
        <a:p>
          <a:endParaRPr lang="zh-CN" altLang="en-US"/>
        </a:p>
      </dgm:t>
    </dgm:pt>
    <dgm:pt modelId="{F53DB0BE-B84C-4116-890C-FF4AC5281FA4}" type="pres">
      <dgm:prSet presAssocID="{59B4F85D-A8B5-4A16-8926-E390AF0C5FF3}" presName="rect1ParTxNoCh" presStyleLbl="alignAcc1" presStyleIdx="4" presStyleCnt="5">
        <dgm:presLayoutVars>
          <dgm:chMax val="1"/>
          <dgm:bulletEnabled val="1"/>
        </dgm:presLayoutVars>
      </dgm:prSet>
      <dgm:spPr/>
      <dgm:t>
        <a:bodyPr/>
        <a:lstStyle/>
        <a:p>
          <a:endParaRPr lang="zh-CN" altLang="en-US"/>
        </a:p>
      </dgm:t>
    </dgm:pt>
    <dgm:pt modelId="{0F419A35-EA70-438B-889C-FF4929AFE07B}" type="pres">
      <dgm:prSet presAssocID="{D4CE3645-40A9-4A16-A69C-D29BDD0EA12C}" presName="rect2ParTxNoCh" presStyleLbl="alignAcc1" presStyleIdx="4" presStyleCnt="5">
        <dgm:presLayoutVars>
          <dgm:chMax val="1"/>
          <dgm:bulletEnabled val="1"/>
        </dgm:presLayoutVars>
      </dgm:prSet>
      <dgm:spPr/>
      <dgm:t>
        <a:bodyPr/>
        <a:lstStyle/>
        <a:p>
          <a:endParaRPr lang="zh-CN" altLang="en-US"/>
        </a:p>
      </dgm:t>
    </dgm:pt>
    <dgm:pt modelId="{F8D73BA4-F1F9-45D6-8D16-A28E0ED4C9A5}" type="pres">
      <dgm:prSet presAssocID="{85144B00-02C4-4C26-9DCA-22A7F009C307}" presName="rect3ParTxNoCh" presStyleLbl="alignAcc1" presStyleIdx="4" presStyleCnt="5">
        <dgm:presLayoutVars>
          <dgm:chMax val="1"/>
          <dgm:bulletEnabled val="1"/>
        </dgm:presLayoutVars>
      </dgm:prSet>
      <dgm:spPr/>
      <dgm:t>
        <a:bodyPr/>
        <a:lstStyle/>
        <a:p>
          <a:endParaRPr lang="zh-CN" altLang="en-US"/>
        </a:p>
      </dgm:t>
    </dgm:pt>
    <dgm:pt modelId="{5605AAB0-3FA9-4F59-89E4-00116B5B1FF8}" type="pres">
      <dgm:prSet presAssocID="{458876C5-84C5-4A03-8694-F9449849A920}" presName="rect4ParTxNoCh" presStyleLbl="alignAcc1" presStyleIdx="4" presStyleCnt="5">
        <dgm:presLayoutVars>
          <dgm:chMax val="1"/>
          <dgm:bulletEnabled val="1"/>
        </dgm:presLayoutVars>
      </dgm:prSet>
      <dgm:spPr/>
      <dgm:t>
        <a:bodyPr/>
        <a:lstStyle/>
        <a:p>
          <a:endParaRPr lang="zh-CN" altLang="en-US"/>
        </a:p>
      </dgm:t>
    </dgm:pt>
    <dgm:pt modelId="{EDB5D455-8DC3-4A9D-A56E-4C4EE6469658}" type="pres">
      <dgm:prSet presAssocID="{AC94BFBA-A9A5-4CC5-8B31-C572F5AF1148}" presName="rect5ParTxNoCh" presStyleLbl="alignAcc1" presStyleIdx="4" presStyleCnt="5">
        <dgm:presLayoutVars>
          <dgm:chMax val="1"/>
          <dgm:bulletEnabled val="1"/>
        </dgm:presLayoutVars>
      </dgm:prSet>
      <dgm:spPr/>
      <dgm:t>
        <a:bodyPr/>
        <a:lstStyle/>
        <a:p>
          <a:endParaRPr lang="zh-CN" altLang="en-US"/>
        </a:p>
      </dgm:t>
    </dgm:pt>
  </dgm:ptLst>
  <dgm:cxnLst>
    <dgm:cxn modelId="{8BE9DB92-C776-4C4A-819E-A9B7E276D5D4}" type="presOf" srcId="{85144B00-02C4-4C26-9DCA-22A7F009C307}" destId="{F8D73BA4-F1F9-45D6-8D16-A28E0ED4C9A5}" srcOrd="1" destOrd="0" presId="urn:microsoft.com/office/officeart/2005/8/layout/target3"/>
    <dgm:cxn modelId="{FD58D1C7-C30F-4D91-9D02-525F8D36E341}" type="presOf" srcId="{59B4F85D-A8B5-4A16-8926-E390AF0C5FF3}" destId="{1071C698-8C82-440A-ADFD-A094FA07EA7B}" srcOrd="0" destOrd="0" presId="urn:microsoft.com/office/officeart/2005/8/layout/target3"/>
    <dgm:cxn modelId="{8B8D9E5D-FDBC-4E42-9103-75BED6457117}" type="presOf" srcId="{AC94BFBA-A9A5-4CC5-8B31-C572F5AF1148}" destId="{FF6902FA-2FCF-4137-B352-D02EBC75EC92}" srcOrd="0" destOrd="0" presId="urn:microsoft.com/office/officeart/2005/8/layout/target3"/>
    <dgm:cxn modelId="{8E4F86EB-CC6B-40A7-A9DF-0126E6C2309A}" type="presOf" srcId="{D4CE3645-40A9-4A16-A69C-D29BDD0EA12C}" destId="{0F419A35-EA70-438B-889C-FF4929AFE07B}" srcOrd="1" destOrd="0" presId="urn:microsoft.com/office/officeart/2005/8/layout/target3"/>
    <dgm:cxn modelId="{272A4D04-01CC-48DB-A502-12904353D894}" type="presOf" srcId="{AC94BFBA-A9A5-4CC5-8B31-C572F5AF1148}" destId="{EDB5D455-8DC3-4A9D-A56E-4C4EE6469658}" srcOrd="1" destOrd="0" presId="urn:microsoft.com/office/officeart/2005/8/layout/target3"/>
    <dgm:cxn modelId="{936A8F3C-9EA0-43C6-8AEE-F3EC5F79E19E}" srcId="{B91ECF2F-F188-4B8C-BB6D-D9010F071C47}" destId="{59B4F85D-A8B5-4A16-8926-E390AF0C5FF3}" srcOrd="0" destOrd="0" parTransId="{8F02879C-5A06-4A91-8462-D2A56B809BCE}" sibTransId="{8FC6C18F-E551-481F-8C8F-DC056F38C7ED}"/>
    <dgm:cxn modelId="{DD6EBEDC-ECE1-40BE-8C32-491A76B4D842}" type="presOf" srcId="{458876C5-84C5-4A03-8694-F9449849A920}" destId="{5605AAB0-3FA9-4F59-89E4-00116B5B1FF8}" srcOrd="1" destOrd="0" presId="urn:microsoft.com/office/officeart/2005/8/layout/target3"/>
    <dgm:cxn modelId="{AAA663E1-23CC-4CEA-845F-A69BCA3404EF}" srcId="{B91ECF2F-F188-4B8C-BB6D-D9010F071C47}" destId="{458876C5-84C5-4A03-8694-F9449849A920}" srcOrd="3" destOrd="0" parTransId="{9437471C-D845-4647-BD7E-0AE31A491E1A}" sibTransId="{2D4B5DFC-3F2D-4351-BCC6-960D9189A2A0}"/>
    <dgm:cxn modelId="{9DC22412-EEC0-4D38-8D9D-BD6FB4143D25}" srcId="{B91ECF2F-F188-4B8C-BB6D-D9010F071C47}" destId="{85144B00-02C4-4C26-9DCA-22A7F009C307}" srcOrd="2" destOrd="0" parTransId="{C0BB1F3A-4A72-484E-B441-F2727F4FE861}" sibTransId="{E769BC2E-287F-492C-A440-4FAA8B191C1A}"/>
    <dgm:cxn modelId="{AB7629BD-2C39-4AE4-B03B-D496EF974F61}" srcId="{B91ECF2F-F188-4B8C-BB6D-D9010F071C47}" destId="{AC94BFBA-A9A5-4CC5-8B31-C572F5AF1148}" srcOrd="4" destOrd="0" parTransId="{C3D9732F-D7E0-4241-96BC-7FF8636AA4D1}" sibTransId="{71EA45C2-2B78-4741-A5A2-76C8CCA255C6}"/>
    <dgm:cxn modelId="{BE132A09-E440-413C-8F54-5E697BF20BB0}" type="presOf" srcId="{458876C5-84C5-4A03-8694-F9449849A920}" destId="{050355B4-6632-4CC6-BAED-436AD4AECEC5}" srcOrd="0" destOrd="0" presId="urn:microsoft.com/office/officeart/2005/8/layout/target3"/>
    <dgm:cxn modelId="{15B24184-21D7-45A5-AACC-C7D747BC2486}" type="presOf" srcId="{B91ECF2F-F188-4B8C-BB6D-D9010F071C47}" destId="{417EF6A0-9FBB-4716-A22D-869486786253}" srcOrd="0" destOrd="0" presId="urn:microsoft.com/office/officeart/2005/8/layout/target3"/>
    <dgm:cxn modelId="{85EB9699-503E-4DC2-B778-423A1C420CE6}" type="presOf" srcId="{D4CE3645-40A9-4A16-A69C-D29BDD0EA12C}" destId="{324B4832-3719-40BE-B680-A14A67D6454A}" srcOrd="0" destOrd="0" presId="urn:microsoft.com/office/officeart/2005/8/layout/target3"/>
    <dgm:cxn modelId="{77586897-5BD4-49DE-AC05-2527332BFFA0}" type="presOf" srcId="{59B4F85D-A8B5-4A16-8926-E390AF0C5FF3}" destId="{F53DB0BE-B84C-4116-890C-FF4AC5281FA4}" srcOrd="1" destOrd="0" presId="urn:microsoft.com/office/officeart/2005/8/layout/target3"/>
    <dgm:cxn modelId="{7BC51612-A567-47EA-9079-831C52DA6B24}" srcId="{B91ECF2F-F188-4B8C-BB6D-D9010F071C47}" destId="{D4CE3645-40A9-4A16-A69C-D29BDD0EA12C}" srcOrd="1" destOrd="0" parTransId="{722838F6-6C64-444F-AB64-F9133B8801C5}" sibTransId="{D945B0F9-AADB-410F-8E9A-E1A15D4287C7}"/>
    <dgm:cxn modelId="{9E9DFA61-D134-4CC1-B610-00F6DB09A30C}" type="presOf" srcId="{85144B00-02C4-4C26-9DCA-22A7F009C307}" destId="{0B7BD724-3330-4BAA-A3E8-4D38B9A14686}" srcOrd="0" destOrd="0" presId="urn:microsoft.com/office/officeart/2005/8/layout/target3"/>
    <dgm:cxn modelId="{F73C3530-DFB2-47A3-A990-52C8EE5F6E1E}" type="presParOf" srcId="{417EF6A0-9FBB-4716-A22D-869486786253}" destId="{B147BFBF-731A-492A-BDBE-21F3CCCE3CC3}" srcOrd="0" destOrd="0" presId="urn:microsoft.com/office/officeart/2005/8/layout/target3"/>
    <dgm:cxn modelId="{1B062EA1-D0E7-46CF-BE5E-30A5C2EB132A}" type="presParOf" srcId="{417EF6A0-9FBB-4716-A22D-869486786253}" destId="{C9212B19-601B-4011-8182-479DF3B938AF}" srcOrd="1" destOrd="0" presId="urn:microsoft.com/office/officeart/2005/8/layout/target3"/>
    <dgm:cxn modelId="{9B97E0A3-F593-4D42-AB1F-D4921A618154}" type="presParOf" srcId="{417EF6A0-9FBB-4716-A22D-869486786253}" destId="{1071C698-8C82-440A-ADFD-A094FA07EA7B}" srcOrd="2" destOrd="0" presId="urn:microsoft.com/office/officeart/2005/8/layout/target3"/>
    <dgm:cxn modelId="{758DAEBA-E314-4C9C-80E4-D84E8ED82E80}" type="presParOf" srcId="{417EF6A0-9FBB-4716-A22D-869486786253}" destId="{9605ED4D-A10E-4FA8-AAC9-149F20271C4B}" srcOrd="3" destOrd="0" presId="urn:microsoft.com/office/officeart/2005/8/layout/target3"/>
    <dgm:cxn modelId="{1EA3D5A2-BA64-4718-B752-467731FADD99}" type="presParOf" srcId="{417EF6A0-9FBB-4716-A22D-869486786253}" destId="{D75EA9A9-8E32-4EF2-871D-59115E9C5084}" srcOrd="4" destOrd="0" presId="urn:microsoft.com/office/officeart/2005/8/layout/target3"/>
    <dgm:cxn modelId="{E3DEDD36-C079-43C8-A71E-C288849E9C31}" type="presParOf" srcId="{417EF6A0-9FBB-4716-A22D-869486786253}" destId="{324B4832-3719-40BE-B680-A14A67D6454A}" srcOrd="5" destOrd="0" presId="urn:microsoft.com/office/officeart/2005/8/layout/target3"/>
    <dgm:cxn modelId="{8F1452B4-B108-48F2-B5D3-D1C6D91C2DB7}" type="presParOf" srcId="{417EF6A0-9FBB-4716-A22D-869486786253}" destId="{C9816DB1-0621-44DD-B3E1-09BD5E2CC4D2}" srcOrd="6" destOrd="0" presId="urn:microsoft.com/office/officeart/2005/8/layout/target3"/>
    <dgm:cxn modelId="{32023598-14EC-465D-8BBE-D505AECB3135}" type="presParOf" srcId="{417EF6A0-9FBB-4716-A22D-869486786253}" destId="{53E1B985-86B6-484F-BE18-D99F9D29881D}" srcOrd="7" destOrd="0" presId="urn:microsoft.com/office/officeart/2005/8/layout/target3"/>
    <dgm:cxn modelId="{EA0C037E-C174-4840-B0E0-C805FD850FF5}" type="presParOf" srcId="{417EF6A0-9FBB-4716-A22D-869486786253}" destId="{0B7BD724-3330-4BAA-A3E8-4D38B9A14686}" srcOrd="8" destOrd="0" presId="urn:microsoft.com/office/officeart/2005/8/layout/target3"/>
    <dgm:cxn modelId="{B1B25D79-8A3F-4B3F-9146-F9F0FD06FB4B}" type="presParOf" srcId="{417EF6A0-9FBB-4716-A22D-869486786253}" destId="{56D8093E-E251-488A-B284-B38FCFD3179E}" srcOrd="9" destOrd="0" presId="urn:microsoft.com/office/officeart/2005/8/layout/target3"/>
    <dgm:cxn modelId="{951989F7-B639-440B-AC68-892EFDDEBD35}" type="presParOf" srcId="{417EF6A0-9FBB-4716-A22D-869486786253}" destId="{5D3DF294-26B4-4C42-9EE8-4E0F1E8EEFC0}" srcOrd="10" destOrd="0" presId="urn:microsoft.com/office/officeart/2005/8/layout/target3"/>
    <dgm:cxn modelId="{1954A9F5-3C39-499C-B726-729CE6B148F9}" type="presParOf" srcId="{417EF6A0-9FBB-4716-A22D-869486786253}" destId="{050355B4-6632-4CC6-BAED-436AD4AECEC5}" srcOrd="11" destOrd="0" presId="urn:microsoft.com/office/officeart/2005/8/layout/target3"/>
    <dgm:cxn modelId="{F9B3E9A1-AF78-4DC7-B710-17C19D77A692}" type="presParOf" srcId="{417EF6A0-9FBB-4716-A22D-869486786253}" destId="{70B0AA9C-D489-4F41-8253-91B462734134}" srcOrd="12" destOrd="0" presId="urn:microsoft.com/office/officeart/2005/8/layout/target3"/>
    <dgm:cxn modelId="{452A107E-949E-469C-B158-94B68F329876}" type="presParOf" srcId="{417EF6A0-9FBB-4716-A22D-869486786253}" destId="{DB50A436-AF0B-4E0A-AA88-B9019C0E8840}" srcOrd="13" destOrd="0" presId="urn:microsoft.com/office/officeart/2005/8/layout/target3"/>
    <dgm:cxn modelId="{3774202F-4F08-46F3-BB5F-DDD33C85327B}" type="presParOf" srcId="{417EF6A0-9FBB-4716-A22D-869486786253}" destId="{FF6902FA-2FCF-4137-B352-D02EBC75EC92}" srcOrd="14" destOrd="0" presId="urn:microsoft.com/office/officeart/2005/8/layout/target3"/>
    <dgm:cxn modelId="{22723ED4-BADD-42D2-8744-45D6D99DC08B}" type="presParOf" srcId="{417EF6A0-9FBB-4716-A22D-869486786253}" destId="{F53DB0BE-B84C-4116-890C-FF4AC5281FA4}" srcOrd="15" destOrd="0" presId="urn:microsoft.com/office/officeart/2005/8/layout/target3"/>
    <dgm:cxn modelId="{CFC3BB22-90BD-42DB-BA48-BE80FF5899B2}" type="presParOf" srcId="{417EF6A0-9FBB-4716-A22D-869486786253}" destId="{0F419A35-EA70-438B-889C-FF4929AFE07B}" srcOrd="16" destOrd="0" presId="urn:microsoft.com/office/officeart/2005/8/layout/target3"/>
    <dgm:cxn modelId="{614BCF98-D7A9-410B-AC05-232FFADA41B1}" type="presParOf" srcId="{417EF6A0-9FBB-4716-A22D-869486786253}" destId="{F8D73BA4-F1F9-45D6-8D16-A28E0ED4C9A5}" srcOrd="17" destOrd="0" presId="urn:microsoft.com/office/officeart/2005/8/layout/target3"/>
    <dgm:cxn modelId="{4A1C154E-22B9-4257-86A5-4186F3901BB6}" type="presParOf" srcId="{417EF6A0-9FBB-4716-A22D-869486786253}" destId="{5605AAB0-3FA9-4F59-89E4-00116B5B1FF8}" srcOrd="18" destOrd="0" presId="urn:microsoft.com/office/officeart/2005/8/layout/target3"/>
    <dgm:cxn modelId="{9CECE882-F80F-4C15-A0B7-A799647906D8}" type="presParOf" srcId="{417EF6A0-9FBB-4716-A22D-869486786253}" destId="{EDB5D455-8DC3-4A9D-A56E-4C4EE6469658}"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1ECF2F-F188-4B8C-BB6D-D9010F071C47}" type="doc">
      <dgm:prSet loTypeId="urn:microsoft.com/office/officeart/2005/8/layout/target3" loCatId="list" qsTypeId="urn:microsoft.com/office/officeart/2005/8/quickstyle/simple3#1" qsCatId="simple" csTypeId="urn:microsoft.com/office/officeart/2005/8/colors/accent1_2#3" csCatId="accent1" phldr="1"/>
      <dgm:spPr/>
      <dgm:t>
        <a:bodyPr/>
        <a:lstStyle/>
        <a:p>
          <a:endParaRPr lang="zh-CN" altLang="en-US"/>
        </a:p>
      </dgm:t>
    </dgm:pt>
    <dgm:pt modelId="{59B4F85D-A8B5-4A16-8926-E390AF0C5FF3}">
      <dgm:prSet custT="1"/>
      <dgm:spPr/>
      <dgm:t>
        <a:bodyPr/>
        <a:lstStyle/>
        <a:p>
          <a:pPr algn="l" rtl="0"/>
          <a:r>
            <a:rPr lang="en-US" altLang="zh-CN" sz="2000" dirty="0" smtClean="0"/>
            <a:t>6.</a:t>
          </a:r>
          <a:r>
            <a:rPr lang="zh-CN" sz="2000" dirty="0" smtClean="0"/>
            <a:t>点击照片左上角，沿着照片顶部边缘拖动一条直线</a:t>
          </a:r>
          <a:r>
            <a:rPr lang="zh-CN" altLang="en-US" sz="2000" dirty="0" smtClean="0"/>
            <a:t>。</a:t>
          </a:r>
          <a:endParaRPr lang="zh-CN" sz="2000" dirty="0"/>
        </a:p>
      </dgm:t>
    </dgm:pt>
    <dgm:pt modelId="{8F02879C-5A06-4A91-8462-D2A56B809BCE}" type="parTrans" cxnId="{936A8F3C-9EA0-43C6-8AEE-F3EC5F79E19E}">
      <dgm:prSet/>
      <dgm:spPr/>
      <dgm:t>
        <a:bodyPr/>
        <a:lstStyle/>
        <a:p>
          <a:endParaRPr lang="zh-CN" altLang="en-US"/>
        </a:p>
      </dgm:t>
    </dgm:pt>
    <dgm:pt modelId="{8FC6C18F-E551-481F-8C8F-DC056F38C7ED}" type="sibTrans" cxnId="{936A8F3C-9EA0-43C6-8AEE-F3EC5F79E19E}">
      <dgm:prSet/>
      <dgm:spPr/>
      <dgm:t>
        <a:bodyPr/>
        <a:lstStyle/>
        <a:p>
          <a:endParaRPr lang="zh-CN" altLang="en-US"/>
        </a:p>
      </dgm:t>
    </dgm:pt>
    <dgm:pt modelId="{D4CE3645-40A9-4A16-A69C-D29BDD0EA12C}">
      <dgm:prSet custT="1"/>
      <dgm:spPr/>
      <dgm:t>
        <a:bodyPr/>
        <a:lstStyle/>
        <a:p>
          <a:pPr algn="l" rtl="0"/>
          <a:r>
            <a:rPr lang="en-US" sz="2000" dirty="0" smtClean="0"/>
            <a:t>7.</a:t>
          </a:r>
          <a:r>
            <a:rPr lang="zh-CN" sz="2000" dirty="0" smtClean="0"/>
            <a:t>拖动“裁剪网格角”四周上的手柄，使其达到照片本身的边角部分，这样可以裁剪掉白色边框。</a:t>
          </a:r>
          <a:endParaRPr lang="zh-CN" sz="2000" dirty="0"/>
        </a:p>
      </dgm:t>
    </dgm:pt>
    <dgm:pt modelId="{722838F6-6C64-444F-AB64-F9133B8801C5}" type="parTrans" cxnId="{7BC51612-A567-47EA-9079-831C52DA6B24}">
      <dgm:prSet/>
      <dgm:spPr/>
      <dgm:t>
        <a:bodyPr/>
        <a:lstStyle/>
        <a:p>
          <a:endParaRPr lang="zh-CN" altLang="en-US"/>
        </a:p>
      </dgm:t>
    </dgm:pt>
    <dgm:pt modelId="{D945B0F9-AADB-410F-8E9A-E1A15D4287C7}" type="sibTrans" cxnId="{7BC51612-A567-47EA-9079-831C52DA6B24}">
      <dgm:prSet/>
      <dgm:spPr/>
      <dgm:t>
        <a:bodyPr/>
        <a:lstStyle/>
        <a:p>
          <a:endParaRPr lang="zh-CN" altLang="en-US"/>
        </a:p>
      </dgm:t>
    </dgm:pt>
    <dgm:pt modelId="{85144B00-02C4-4C26-9DCA-22A7F009C307}">
      <dgm:prSet custT="1"/>
      <dgm:spPr/>
      <dgm:t>
        <a:bodyPr/>
        <a:lstStyle/>
        <a:p>
          <a:pPr algn="l" rtl="0"/>
          <a:r>
            <a:rPr lang="en-US" sz="2000" dirty="0" smtClean="0"/>
            <a:t>8.</a:t>
          </a:r>
          <a:r>
            <a:rPr lang="zh-CN" sz="2000" dirty="0" smtClean="0"/>
            <a:t>按下</a:t>
          </a:r>
          <a:r>
            <a:rPr lang="en-US" sz="2000" dirty="0" smtClean="0"/>
            <a:t>Enter</a:t>
          </a:r>
          <a:r>
            <a:rPr lang="zh-CN" sz="2000" dirty="0" smtClean="0"/>
            <a:t>键或</a:t>
          </a:r>
          <a:r>
            <a:rPr lang="en-US" sz="2000" dirty="0" smtClean="0"/>
            <a:t>Return</a:t>
          </a:r>
          <a:r>
            <a:rPr lang="zh-CN" sz="2000" dirty="0" smtClean="0"/>
            <a:t>键。</a:t>
          </a:r>
          <a:endParaRPr lang="zh-CN" sz="2000" dirty="0"/>
        </a:p>
      </dgm:t>
    </dgm:pt>
    <dgm:pt modelId="{C0BB1F3A-4A72-484E-B441-F2727F4FE861}" type="parTrans" cxnId="{9DC22412-EEC0-4D38-8D9D-BD6FB4143D25}">
      <dgm:prSet/>
      <dgm:spPr/>
      <dgm:t>
        <a:bodyPr/>
        <a:lstStyle/>
        <a:p>
          <a:endParaRPr lang="zh-CN" altLang="en-US"/>
        </a:p>
      </dgm:t>
    </dgm:pt>
    <dgm:pt modelId="{E769BC2E-287F-492C-A440-4FAA8B191C1A}" type="sibTrans" cxnId="{9DC22412-EEC0-4D38-8D9D-BD6FB4143D25}">
      <dgm:prSet/>
      <dgm:spPr/>
      <dgm:t>
        <a:bodyPr/>
        <a:lstStyle/>
        <a:p>
          <a:endParaRPr lang="zh-CN" altLang="en-US"/>
        </a:p>
      </dgm:t>
    </dgm:pt>
    <dgm:pt modelId="{458876C5-84C5-4A03-8694-F9449849A920}">
      <dgm:prSet custT="1"/>
      <dgm:spPr/>
      <dgm:t>
        <a:bodyPr/>
        <a:lstStyle/>
        <a:p>
          <a:pPr algn="l" rtl="0"/>
          <a:r>
            <a:rPr lang="en-US" altLang="zh-CN" sz="2000" dirty="0" smtClean="0"/>
            <a:t>9.</a:t>
          </a:r>
          <a:r>
            <a:rPr lang="zh-CN" sz="2000" dirty="0" smtClean="0"/>
            <a:t>图像裁剪完成，你可以根据自己的要求进行修齐、大小和位置设定。</a:t>
          </a:r>
          <a:endParaRPr lang="zh-CN" sz="2000" dirty="0"/>
        </a:p>
      </dgm:t>
    </dgm:pt>
    <dgm:pt modelId="{9437471C-D845-4647-BD7E-0AE31A491E1A}" type="parTrans" cxnId="{AAA663E1-23CC-4CEA-845F-A69BCA3404EF}">
      <dgm:prSet/>
      <dgm:spPr/>
      <dgm:t>
        <a:bodyPr/>
        <a:lstStyle/>
        <a:p>
          <a:endParaRPr lang="zh-CN" altLang="en-US"/>
        </a:p>
      </dgm:t>
    </dgm:pt>
    <dgm:pt modelId="{2D4B5DFC-3F2D-4351-BCC6-960D9189A2A0}" type="sibTrans" cxnId="{AAA663E1-23CC-4CEA-845F-A69BCA3404EF}">
      <dgm:prSet/>
      <dgm:spPr/>
      <dgm:t>
        <a:bodyPr/>
        <a:lstStyle/>
        <a:p>
          <a:endParaRPr lang="zh-CN" altLang="en-US"/>
        </a:p>
      </dgm:t>
    </dgm:pt>
    <dgm:pt modelId="{AC94BFBA-A9A5-4CC5-8B31-C572F5AF1148}">
      <dgm:prSet custT="1"/>
      <dgm:spPr/>
      <dgm:t>
        <a:bodyPr/>
        <a:lstStyle/>
        <a:p>
          <a:pPr algn="l" rtl="0"/>
          <a:r>
            <a:rPr lang="en-US" altLang="zh-CN" sz="2000" dirty="0" smtClean="0"/>
            <a:t>10.</a:t>
          </a:r>
          <a:r>
            <a:rPr lang="zh-CN" sz="2000" dirty="0" smtClean="0"/>
            <a:t>选择“文件”</a:t>
          </a:r>
          <a:r>
            <a:rPr lang="en-US" sz="2000" dirty="0" smtClean="0"/>
            <a:t> &gt; </a:t>
          </a:r>
          <a:r>
            <a:rPr lang="zh-CN" sz="2000" dirty="0" smtClean="0"/>
            <a:t>“存储”，保存你的工作</a:t>
          </a:r>
          <a:r>
            <a:rPr lang="zh-CN" altLang="en-US" sz="2000" dirty="0" smtClean="0"/>
            <a:t>。</a:t>
          </a:r>
          <a:endParaRPr lang="zh-CN" sz="2000" dirty="0"/>
        </a:p>
      </dgm:t>
    </dgm:pt>
    <dgm:pt modelId="{C3D9732F-D7E0-4241-96BC-7FF8636AA4D1}" type="parTrans" cxnId="{AB7629BD-2C39-4AE4-B03B-D496EF974F61}">
      <dgm:prSet/>
      <dgm:spPr/>
      <dgm:t>
        <a:bodyPr/>
        <a:lstStyle/>
        <a:p>
          <a:endParaRPr lang="zh-CN" altLang="en-US"/>
        </a:p>
      </dgm:t>
    </dgm:pt>
    <dgm:pt modelId="{71EA45C2-2B78-4741-A5A2-76C8CCA255C6}" type="sibTrans" cxnId="{AB7629BD-2C39-4AE4-B03B-D496EF974F61}">
      <dgm:prSet/>
      <dgm:spPr/>
      <dgm:t>
        <a:bodyPr/>
        <a:lstStyle/>
        <a:p>
          <a:endParaRPr lang="zh-CN" altLang="en-US"/>
        </a:p>
      </dgm:t>
    </dgm:pt>
    <dgm:pt modelId="{417EF6A0-9FBB-4716-A22D-869486786253}" type="pres">
      <dgm:prSet presAssocID="{B91ECF2F-F188-4B8C-BB6D-D9010F071C47}" presName="Name0" presStyleCnt="0">
        <dgm:presLayoutVars>
          <dgm:chMax val="7"/>
          <dgm:dir/>
          <dgm:animLvl val="lvl"/>
          <dgm:resizeHandles val="exact"/>
        </dgm:presLayoutVars>
      </dgm:prSet>
      <dgm:spPr/>
      <dgm:t>
        <a:bodyPr/>
        <a:lstStyle/>
        <a:p>
          <a:endParaRPr lang="zh-CN" altLang="en-US"/>
        </a:p>
      </dgm:t>
    </dgm:pt>
    <dgm:pt modelId="{B147BFBF-731A-492A-BDBE-21F3CCCE3CC3}" type="pres">
      <dgm:prSet presAssocID="{59B4F85D-A8B5-4A16-8926-E390AF0C5FF3}" presName="circle1" presStyleLbl="node1" presStyleIdx="0" presStyleCnt="5"/>
      <dgm:spPr/>
    </dgm:pt>
    <dgm:pt modelId="{C9212B19-601B-4011-8182-479DF3B938AF}" type="pres">
      <dgm:prSet presAssocID="{59B4F85D-A8B5-4A16-8926-E390AF0C5FF3}" presName="space" presStyleCnt="0"/>
      <dgm:spPr/>
    </dgm:pt>
    <dgm:pt modelId="{1071C698-8C82-440A-ADFD-A094FA07EA7B}" type="pres">
      <dgm:prSet presAssocID="{59B4F85D-A8B5-4A16-8926-E390AF0C5FF3}" presName="rect1" presStyleLbl="alignAcc1" presStyleIdx="0" presStyleCnt="5"/>
      <dgm:spPr/>
      <dgm:t>
        <a:bodyPr/>
        <a:lstStyle/>
        <a:p>
          <a:endParaRPr lang="zh-CN" altLang="en-US"/>
        </a:p>
      </dgm:t>
    </dgm:pt>
    <dgm:pt modelId="{9605ED4D-A10E-4FA8-AAC9-149F20271C4B}" type="pres">
      <dgm:prSet presAssocID="{D4CE3645-40A9-4A16-A69C-D29BDD0EA12C}" presName="vertSpace2" presStyleLbl="node1" presStyleIdx="0" presStyleCnt="5"/>
      <dgm:spPr/>
    </dgm:pt>
    <dgm:pt modelId="{D75EA9A9-8E32-4EF2-871D-59115E9C5084}" type="pres">
      <dgm:prSet presAssocID="{D4CE3645-40A9-4A16-A69C-D29BDD0EA12C}" presName="circle2" presStyleLbl="node1" presStyleIdx="1" presStyleCnt="5"/>
      <dgm:spPr/>
    </dgm:pt>
    <dgm:pt modelId="{324B4832-3719-40BE-B680-A14A67D6454A}" type="pres">
      <dgm:prSet presAssocID="{D4CE3645-40A9-4A16-A69C-D29BDD0EA12C}" presName="rect2" presStyleLbl="alignAcc1" presStyleIdx="1" presStyleCnt="5"/>
      <dgm:spPr/>
      <dgm:t>
        <a:bodyPr/>
        <a:lstStyle/>
        <a:p>
          <a:endParaRPr lang="zh-CN" altLang="en-US"/>
        </a:p>
      </dgm:t>
    </dgm:pt>
    <dgm:pt modelId="{C9816DB1-0621-44DD-B3E1-09BD5E2CC4D2}" type="pres">
      <dgm:prSet presAssocID="{85144B00-02C4-4C26-9DCA-22A7F009C307}" presName="vertSpace3" presStyleLbl="node1" presStyleIdx="1" presStyleCnt="5"/>
      <dgm:spPr/>
    </dgm:pt>
    <dgm:pt modelId="{53E1B985-86B6-484F-BE18-D99F9D29881D}" type="pres">
      <dgm:prSet presAssocID="{85144B00-02C4-4C26-9DCA-22A7F009C307}" presName="circle3" presStyleLbl="node1" presStyleIdx="2" presStyleCnt="5"/>
      <dgm:spPr/>
    </dgm:pt>
    <dgm:pt modelId="{0B7BD724-3330-4BAA-A3E8-4D38B9A14686}" type="pres">
      <dgm:prSet presAssocID="{85144B00-02C4-4C26-9DCA-22A7F009C307}" presName="rect3" presStyleLbl="alignAcc1" presStyleIdx="2" presStyleCnt="5"/>
      <dgm:spPr/>
      <dgm:t>
        <a:bodyPr/>
        <a:lstStyle/>
        <a:p>
          <a:endParaRPr lang="zh-CN" altLang="en-US"/>
        </a:p>
      </dgm:t>
    </dgm:pt>
    <dgm:pt modelId="{56D8093E-E251-488A-B284-B38FCFD3179E}" type="pres">
      <dgm:prSet presAssocID="{458876C5-84C5-4A03-8694-F9449849A920}" presName="vertSpace4" presStyleLbl="node1" presStyleIdx="2" presStyleCnt="5"/>
      <dgm:spPr/>
    </dgm:pt>
    <dgm:pt modelId="{5D3DF294-26B4-4C42-9EE8-4E0F1E8EEFC0}" type="pres">
      <dgm:prSet presAssocID="{458876C5-84C5-4A03-8694-F9449849A920}" presName="circle4" presStyleLbl="node1" presStyleIdx="3" presStyleCnt="5"/>
      <dgm:spPr/>
    </dgm:pt>
    <dgm:pt modelId="{050355B4-6632-4CC6-BAED-436AD4AECEC5}" type="pres">
      <dgm:prSet presAssocID="{458876C5-84C5-4A03-8694-F9449849A920}" presName="rect4" presStyleLbl="alignAcc1" presStyleIdx="3" presStyleCnt="5"/>
      <dgm:spPr/>
      <dgm:t>
        <a:bodyPr/>
        <a:lstStyle/>
        <a:p>
          <a:endParaRPr lang="zh-CN" altLang="en-US"/>
        </a:p>
      </dgm:t>
    </dgm:pt>
    <dgm:pt modelId="{70B0AA9C-D489-4F41-8253-91B462734134}" type="pres">
      <dgm:prSet presAssocID="{AC94BFBA-A9A5-4CC5-8B31-C572F5AF1148}" presName="vertSpace5" presStyleLbl="node1" presStyleIdx="3" presStyleCnt="5"/>
      <dgm:spPr/>
    </dgm:pt>
    <dgm:pt modelId="{DB50A436-AF0B-4E0A-AA88-B9019C0E8840}" type="pres">
      <dgm:prSet presAssocID="{AC94BFBA-A9A5-4CC5-8B31-C572F5AF1148}" presName="circle5" presStyleLbl="node1" presStyleIdx="4" presStyleCnt="5"/>
      <dgm:spPr/>
    </dgm:pt>
    <dgm:pt modelId="{FF6902FA-2FCF-4137-B352-D02EBC75EC92}" type="pres">
      <dgm:prSet presAssocID="{AC94BFBA-A9A5-4CC5-8B31-C572F5AF1148}" presName="rect5" presStyleLbl="alignAcc1" presStyleIdx="4" presStyleCnt="5"/>
      <dgm:spPr/>
      <dgm:t>
        <a:bodyPr/>
        <a:lstStyle/>
        <a:p>
          <a:endParaRPr lang="zh-CN" altLang="en-US"/>
        </a:p>
      </dgm:t>
    </dgm:pt>
    <dgm:pt modelId="{F53DB0BE-B84C-4116-890C-FF4AC5281FA4}" type="pres">
      <dgm:prSet presAssocID="{59B4F85D-A8B5-4A16-8926-E390AF0C5FF3}" presName="rect1ParTxNoCh" presStyleLbl="alignAcc1" presStyleIdx="4" presStyleCnt="5">
        <dgm:presLayoutVars>
          <dgm:chMax val="1"/>
          <dgm:bulletEnabled val="1"/>
        </dgm:presLayoutVars>
      </dgm:prSet>
      <dgm:spPr/>
      <dgm:t>
        <a:bodyPr/>
        <a:lstStyle/>
        <a:p>
          <a:endParaRPr lang="zh-CN" altLang="en-US"/>
        </a:p>
      </dgm:t>
    </dgm:pt>
    <dgm:pt modelId="{0F419A35-EA70-438B-889C-FF4929AFE07B}" type="pres">
      <dgm:prSet presAssocID="{D4CE3645-40A9-4A16-A69C-D29BDD0EA12C}" presName="rect2ParTxNoCh" presStyleLbl="alignAcc1" presStyleIdx="4" presStyleCnt="5">
        <dgm:presLayoutVars>
          <dgm:chMax val="1"/>
          <dgm:bulletEnabled val="1"/>
        </dgm:presLayoutVars>
      </dgm:prSet>
      <dgm:spPr/>
      <dgm:t>
        <a:bodyPr/>
        <a:lstStyle/>
        <a:p>
          <a:endParaRPr lang="zh-CN" altLang="en-US"/>
        </a:p>
      </dgm:t>
    </dgm:pt>
    <dgm:pt modelId="{F8D73BA4-F1F9-45D6-8D16-A28E0ED4C9A5}" type="pres">
      <dgm:prSet presAssocID="{85144B00-02C4-4C26-9DCA-22A7F009C307}" presName="rect3ParTxNoCh" presStyleLbl="alignAcc1" presStyleIdx="4" presStyleCnt="5">
        <dgm:presLayoutVars>
          <dgm:chMax val="1"/>
          <dgm:bulletEnabled val="1"/>
        </dgm:presLayoutVars>
      </dgm:prSet>
      <dgm:spPr/>
      <dgm:t>
        <a:bodyPr/>
        <a:lstStyle/>
        <a:p>
          <a:endParaRPr lang="zh-CN" altLang="en-US"/>
        </a:p>
      </dgm:t>
    </dgm:pt>
    <dgm:pt modelId="{5605AAB0-3FA9-4F59-89E4-00116B5B1FF8}" type="pres">
      <dgm:prSet presAssocID="{458876C5-84C5-4A03-8694-F9449849A920}" presName="rect4ParTxNoCh" presStyleLbl="alignAcc1" presStyleIdx="4" presStyleCnt="5">
        <dgm:presLayoutVars>
          <dgm:chMax val="1"/>
          <dgm:bulletEnabled val="1"/>
        </dgm:presLayoutVars>
      </dgm:prSet>
      <dgm:spPr/>
      <dgm:t>
        <a:bodyPr/>
        <a:lstStyle/>
        <a:p>
          <a:endParaRPr lang="zh-CN" altLang="en-US"/>
        </a:p>
      </dgm:t>
    </dgm:pt>
    <dgm:pt modelId="{EDB5D455-8DC3-4A9D-A56E-4C4EE6469658}" type="pres">
      <dgm:prSet presAssocID="{AC94BFBA-A9A5-4CC5-8B31-C572F5AF1148}" presName="rect5ParTxNoCh" presStyleLbl="alignAcc1" presStyleIdx="4" presStyleCnt="5">
        <dgm:presLayoutVars>
          <dgm:chMax val="1"/>
          <dgm:bulletEnabled val="1"/>
        </dgm:presLayoutVars>
      </dgm:prSet>
      <dgm:spPr/>
      <dgm:t>
        <a:bodyPr/>
        <a:lstStyle/>
        <a:p>
          <a:endParaRPr lang="zh-CN" altLang="en-US"/>
        </a:p>
      </dgm:t>
    </dgm:pt>
  </dgm:ptLst>
  <dgm:cxnLst>
    <dgm:cxn modelId="{6E7E5175-EBD3-4675-816B-13A5517F8812}" type="presOf" srcId="{59B4F85D-A8B5-4A16-8926-E390AF0C5FF3}" destId="{1071C698-8C82-440A-ADFD-A094FA07EA7B}" srcOrd="0" destOrd="0" presId="urn:microsoft.com/office/officeart/2005/8/layout/target3"/>
    <dgm:cxn modelId="{51B6FEA5-2294-4A10-AA39-4066AABD3FC6}" type="presOf" srcId="{B91ECF2F-F188-4B8C-BB6D-D9010F071C47}" destId="{417EF6A0-9FBB-4716-A22D-869486786253}" srcOrd="0" destOrd="0" presId="urn:microsoft.com/office/officeart/2005/8/layout/target3"/>
    <dgm:cxn modelId="{F909A6B4-B71C-46D1-835F-D72ABF3B42E8}" type="presOf" srcId="{AC94BFBA-A9A5-4CC5-8B31-C572F5AF1148}" destId="{FF6902FA-2FCF-4137-B352-D02EBC75EC92}" srcOrd="0" destOrd="0" presId="urn:microsoft.com/office/officeart/2005/8/layout/target3"/>
    <dgm:cxn modelId="{9D588ABC-E309-4E6A-AFD7-0C1F439689B3}" type="presOf" srcId="{D4CE3645-40A9-4A16-A69C-D29BDD0EA12C}" destId="{0F419A35-EA70-438B-889C-FF4929AFE07B}" srcOrd="1" destOrd="0" presId="urn:microsoft.com/office/officeart/2005/8/layout/target3"/>
    <dgm:cxn modelId="{5149E9B0-1D6D-45CE-8512-20387D7DB099}" type="presOf" srcId="{59B4F85D-A8B5-4A16-8926-E390AF0C5FF3}" destId="{F53DB0BE-B84C-4116-890C-FF4AC5281FA4}" srcOrd="1" destOrd="0" presId="urn:microsoft.com/office/officeart/2005/8/layout/target3"/>
    <dgm:cxn modelId="{9DC22412-EEC0-4D38-8D9D-BD6FB4143D25}" srcId="{B91ECF2F-F188-4B8C-BB6D-D9010F071C47}" destId="{85144B00-02C4-4C26-9DCA-22A7F009C307}" srcOrd="2" destOrd="0" parTransId="{C0BB1F3A-4A72-484E-B441-F2727F4FE861}" sibTransId="{E769BC2E-287F-492C-A440-4FAA8B191C1A}"/>
    <dgm:cxn modelId="{6DD214D3-2A28-40E1-B99F-E4190508A2F2}" type="presOf" srcId="{458876C5-84C5-4A03-8694-F9449849A920}" destId="{5605AAB0-3FA9-4F59-89E4-00116B5B1FF8}" srcOrd="1" destOrd="0" presId="urn:microsoft.com/office/officeart/2005/8/layout/target3"/>
    <dgm:cxn modelId="{B9ABFB0E-CF15-47D4-9DB0-6EEBE25A8C68}" type="presOf" srcId="{85144B00-02C4-4C26-9DCA-22A7F009C307}" destId="{F8D73BA4-F1F9-45D6-8D16-A28E0ED4C9A5}" srcOrd="1" destOrd="0" presId="urn:microsoft.com/office/officeart/2005/8/layout/target3"/>
    <dgm:cxn modelId="{E0E37D5B-DA51-436B-A90D-5554AE980D2E}" type="presOf" srcId="{85144B00-02C4-4C26-9DCA-22A7F009C307}" destId="{0B7BD724-3330-4BAA-A3E8-4D38B9A14686}" srcOrd="0" destOrd="0" presId="urn:microsoft.com/office/officeart/2005/8/layout/target3"/>
    <dgm:cxn modelId="{C557F41C-326A-4391-94D8-962842EB0764}" type="presOf" srcId="{458876C5-84C5-4A03-8694-F9449849A920}" destId="{050355B4-6632-4CC6-BAED-436AD4AECEC5}" srcOrd="0" destOrd="0" presId="urn:microsoft.com/office/officeart/2005/8/layout/target3"/>
    <dgm:cxn modelId="{1A54E84B-C5E5-41AE-BE96-5FC90617D877}" type="presOf" srcId="{D4CE3645-40A9-4A16-A69C-D29BDD0EA12C}" destId="{324B4832-3719-40BE-B680-A14A67D6454A}" srcOrd="0" destOrd="0" presId="urn:microsoft.com/office/officeart/2005/8/layout/target3"/>
    <dgm:cxn modelId="{AAA663E1-23CC-4CEA-845F-A69BCA3404EF}" srcId="{B91ECF2F-F188-4B8C-BB6D-D9010F071C47}" destId="{458876C5-84C5-4A03-8694-F9449849A920}" srcOrd="3" destOrd="0" parTransId="{9437471C-D845-4647-BD7E-0AE31A491E1A}" sibTransId="{2D4B5DFC-3F2D-4351-BCC6-960D9189A2A0}"/>
    <dgm:cxn modelId="{7BC51612-A567-47EA-9079-831C52DA6B24}" srcId="{B91ECF2F-F188-4B8C-BB6D-D9010F071C47}" destId="{D4CE3645-40A9-4A16-A69C-D29BDD0EA12C}" srcOrd="1" destOrd="0" parTransId="{722838F6-6C64-444F-AB64-F9133B8801C5}" sibTransId="{D945B0F9-AADB-410F-8E9A-E1A15D4287C7}"/>
    <dgm:cxn modelId="{AB7629BD-2C39-4AE4-B03B-D496EF974F61}" srcId="{B91ECF2F-F188-4B8C-BB6D-D9010F071C47}" destId="{AC94BFBA-A9A5-4CC5-8B31-C572F5AF1148}" srcOrd="4" destOrd="0" parTransId="{C3D9732F-D7E0-4241-96BC-7FF8636AA4D1}" sibTransId="{71EA45C2-2B78-4741-A5A2-76C8CCA255C6}"/>
    <dgm:cxn modelId="{936A8F3C-9EA0-43C6-8AEE-F3EC5F79E19E}" srcId="{B91ECF2F-F188-4B8C-BB6D-D9010F071C47}" destId="{59B4F85D-A8B5-4A16-8926-E390AF0C5FF3}" srcOrd="0" destOrd="0" parTransId="{8F02879C-5A06-4A91-8462-D2A56B809BCE}" sibTransId="{8FC6C18F-E551-481F-8C8F-DC056F38C7ED}"/>
    <dgm:cxn modelId="{FE419F46-6701-4C3A-AB28-4BF3687CE303}" type="presOf" srcId="{AC94BFBA-A9A5-4CC5-8B31-C572F5AF1148}" destId="{EDB5D455-8DC3-4A9D-A56E-4C4EE6469658}" srcOrd="1" destOrd="0" presId="urn:microsoft.com/office/officeart/2005/8/layout/target3"/>
    <dgm:cxn modelId="{D24BF772-2A45-464B-8662-BF99A5BCAF6E}" type="presParOf" srcId="{417EF6A0-9FBB-4716-A22D-869486786253}" destId="{B147BFBF-731A-492A-BDBE-21F3CCCE3CC3}" srcOrd="0" destOrd="0" presId="urn:microsoft.com/office/officeart/2005/8/layout/target3"/>
    <dgm:cxn modelId="{458CC23C-11EF-4112-8393-68BFAFB51495}" type="presParOf" srcId="{417EF6A0-9FBB-4716-A22D-869486786253}" destId="{C9212B19-601B-4011-8182-479DF3B938AF}" srcOrd="1" destOrd="0" presId="urn:microsoft.com/office/officeart/2005/8/layout/target3"/>
    <dgm:cxn modelId="{286C2489-1494-4892-B89E-939B6CB5DB93}" type="presParOf" srcId="{417EF6A0-9FBB-4716-A22D-869486786253}" destId="{1071C698-8C82-440A-ADFD-A094FA07EA7B}" srcOrd="2" destOrd="0" presId="urn:microsoft.com/office/officeart/2005/8/layout/target3"/>
    <dgm:cxn modelId="{26CB2A2C-B57C-424F-BFAA-F5CE0383677F}" type="presParOf" srcId="{417EF6A0-9FBB-4716-A22D-869486786253}" destId="{9605ED4D-A10E-4FA8-AAC9-149F20271C4B}" srcOrd="3" destOrd="0" presId="urn:microsoft.com/office/officeart/2005/8/layout/target3"/>
    <dgm:cxn modelId="{55AD463E-9912-420B-8E50-272452ED0239}" type="presParOf" srcId="{417EF6A0-9FBB-4716-A22D-869486786253}" destId="{D75EA9A9-8E32-4EF2-871D-59115E9C5084}" srcOrd="4" destOrd="0" presId="urn:microsoft.com/office/officeart/2005/8/layout/target3"/>
    <dgm:cxn modelId="{349E2C59-62B1-4479-B1AE-5967E76D858C}" type="presParOf" srcId="{417EF6A0-9FBB-4716-A22D-869486786253}" destId="{324B4832-3719-40BE-B680-A14A67D6454A}" srcOrd="5" destOrd="0" presId="urn:microsoft.com/office/officeart/2005/8/layout/target3"/>
    <dgm:cxn modelId="{8CCD4C2A-9480-4198-8E2E-5B47BCFFD03B}" type="presParOf" srcId="{417EF6A0-9FBB-4716-A22D-869486786253}" destId="{C9816DB1-0621-44DD-B3E1-09BD5E2CC4D2}" srcOrd="6" destOrd="0" presId="urn:microsoft.com/office/officeart/2005/8/layout/target3"/>
    <dgm:cxn modelId="{25AF042C-DDC8-4492-8EA1-867D8137C482}" type="presParOf" srcId="{417EF6A0-9FBB-4716-A22D-869486786253}" destId="{53E1B985-86B6-484F-BE18-D99F9D29881D}" srcOrd="7" destOrd="0" presId="urn:microsoft.com/office/officeart/2005/8/layout/target3"/>
    <dgm:cxn modelId="{CBD8EA90-1336-4339-8555-A5B74E8A7352}" type="presParOf" srcId="{417EF6A0-9FBB-4716-A22D-869486786253}" destId="{0B7BD724-3330-4BAA-A3E8-4D38B9A14686}" srcOrd="8" destOrd="0" presId="urn:microsoft.com/office/officeart/2005/8/layout/target3"/>
    <dgm:cxn modelId="{56BDB4CD-BE80-469C-8ED1-32289707B2E7}" type="presParOf" srcId="{417EF6A0-9FBB-4716-A22D-869486786253}" destId="{56D8093E-E251-488A-B284-B38FCFD3179E}" srcOrd="9" destOrd="0" presId="urn:microsoft.com/office/officeart/2005/8/layout/target3"/>
    <dgm:cxn modelId="{DFA01369-DBA0-4592-AEC1-8F49B2A33248}" type="presParOf" srcId="{417EF6A0-9FBB-4716-A22D-869486786253}" destId="{5D3DF294-26B4-4C42-9EE8-4E0F1E8EEFC0}" srcOrd="10" destOrd="0" presId="urn:microsoft.com/office/officeart/2005/8/layout/target3"/>
    <dgm:cxn modelId="{E24C7DCF-9183-4EBB-BD3A-60F74BEE898B}" type="presParOf" srcId="{417EF6A0-9FBB-4716-A22D-869486786253}" destId="{050355B4-6632-4CC6-BAED-436AD4AECEC5}" srcOrd="11" destOrd="0" presId="urn:microsoft.com/office/officeart/2005/8/layout/target3"/>
    <dgm:cxn modelId="{6AC0AD89-A2B9-43AF-8530-A664C8DD21E3}" type="presParOf" srcId="{417EF6A0-9FBB-4716-A22D-869486786253}" destId="{70B0AA9C-D489-4F41-8253-91B462734134}" srcOrd="12" destOrd="0" presId="urn:microsoft.com/office/officeart/2005/8/layout/target3"/>
    <dgm:cxn modelId="{3C935D02-AD37-4440-B371-60EB3E7DE437}" type="presParOf" srcId="{417EF6A0-9FBB-4716-A22D-869486786253}" destId="{DB50A436-AF0B-4E0A-AA88-B9019C0E8840}" srcOrd="13" destOrd="0" presId="urn:microsoft.com/office/officeart/2005/8/layout/target3"/>
    <dgm:cxn modelId="{78A4A70F-EF30-46C3-A446-47B37FA34F31}" type="presParOf" srcId="{417EF6A0-9FBB-4716-A22D-869486786253}" destId="{FF6902FA-2FCF-4137-B352-D02EBC75EC92}" srcOrd="14" destOrd="0" presId="urn:microsoft.com/office/officeart/2005/8/layout/target3"/>
    <dgm:cxn modelId="{FAE40EF8-AD01-4043-BC60-C7CC08C1E22F}" type="presParOf" srcId="{417EF6A0-9FBB-4716-A22D-869486786253}" destId="{F53DB0BE-B84C-4116-890C-FF4AC5281FA4}" srcOrd="15" destOrd="0" presId="urn:microsoft.com/office/officeart/2005/8/layout/target3"/>
    <dgm:cxn modelId="{E4C40947-20E4-485E-B79D-F9AF6DC960D2}" type="presParOf" srcId="{417EF6A0-9FBB-4716-A22D-869486786253}" destId="{0F419A35-EA70-438B-889C-FF4929AFE07B}" srcOrd="16" destOrd="0" presId="urn:microsoft.com/office/officeart/2005/8/layout/target3"/>
    <dgm:cxn modelId="{FB0BF19B-9B4F-4ACE-BD7D-B4CAF2A91F74}" type="presParOf" srcId="{417EF6A0-9FBB-4716-A22D-869486786253}" destId="{F8D73BA4-F1F9-45D6-8D16-A28E0ED4C9A5}" srcOrd="17" destOrd="0" presId="urn:microsoft.com/office/officeart/2005/8/layout/target3"/>
    <dgm:cxn modelId="{5825EF8D-82CF-4A7A-938C-A3DD3292BEE4}" type="presParOf" srcId="{417EF6A0-9FBB-4716-A22D-869486786253}" destId="{5605AAB0-3FA9-4F59-89E4-00116B5B1FF8}" srcOrd="18" destOrd="0" presId="urn:microsoft.com/office/officeart/2005/8/layout/target3"/>
    <dgm:cxn modelId="{30F58734-4EF9-4F6F-AE0D-BF670DCF8EE2}" type="presParOf" srcId="{417EF6A0-9FBB-4716-A22D-869486786253}" destId="{EDB5D455-8DC3-4A9D-A56E-4C4EE6469658}"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8AE55D-6677-4E50-A494-EDC157CA376C}" type="doc">
      <dgm:prSet loTypeId="urn:microsoft.com/office/officeart/2008/layout/VerticalCurvedList#1" loCatId="list" qsTypeId="urn:microsoft.com/office/officeart/2005/8/quickstyle/3d1#1" qsCatId="3D" csTypeId="urn:microsoft.com/office/officeart/2005/8/colors/accent1_2#5" csCatId="accent1" phldr="1"/>
      <dgm:spPr/>
      <dgm:t>
        <a:bodyPr/>
        <a:lstStyle/>
        <a:p>
          <a:endParaRPr lang="zh-CN" altLang="en-US"/>
        </a:p>
      </dgm:t>
    </dgm:pt>
    <dgm:pt modelId="{71C06792-8F50-4A96-AD61-1126B292ECB9}">
      <dgm:prSet custT="1"/>
      <dgm:spPr/>
      <dgm:t>
        <a:bodyPr/>
        <a:lstStyle/>
        <a:p>
          <a:pPr rtl="0"/>
          <a:r>
            <a:rPr lang="en-US" sz="2000" dirty="0" smtClean="0"/>
            <a:t>1.</a:t>
          </a:r>
          <a:r>
            <a:rPr lang="zh-CN" sz="2000" dirty="0" smtClean="0"/>
            <a:t>按住键盘的“</a:t>
          </a:r>
          <a:r>
            <a:rPr lang="en-US" sz="2000" dirty="0" smtClean="0"/>
            <a:t>Ctrl+</a:t>
          </a:r>
          <a:r>
            <a:rPr lang="zh-CN" sz="2000" dirty="0" smtClean="0"/>
            <a:t>”放大图像，以便清晰地看到折痕。</a:t>
          </a:r>
          <a:endParaRPr lang="zh-CN" sz="2000" dirty="0"/>
        </a:p>
      </dgm:t>
    </dgm:pt>
    <dgm:pt modelId="{D0D3509C-C373-489A-B1F0-F9BDEB2529A2}" type="parTrans" cxnId="{0D02278A-6E07-4C46-91F4-6CA2A2F46ECC}">
      <dgm:prSet/>
      <dgm:spPr/>
      <dgm:t>
        <a:bodyPr/>
        <a:lstStyle/>
        <a:p>
          <a:endParaRPr lang="zh-CN" altLang="en-US"/>
        </a:p>
      </dgm:t>
    </dgm:pt>
    <dgm:pt modelId="{191DBD36-B04E-4B4D-90CF-9224B7571482}" type="sibTrans" cxnId="{0D02278A-6E07-4C46-91F4-6CA2A2F46ECC}">
      <dgm:prSet/>
      <dgm:spPr/>
      <dgm:t>
        <a:bodyPr/>
        <a:lstStyle/>
        <a:p>
          <a:endParaRPr lang="zh-CN" altLang="en-US"/>
        </a:p>
      </dgm:t>
    </dgm:pt>
    <dgm:pt modelId="{59011EA5-6C60-44BB-9DC6-B0D1AA7D30C1}">
      <dgm:prSet custT="1"/>
      <dgm:spPr/>
      <dgm:t>
        <a:bodyPr/>
        <a:lstStyle/>
        <a:p>
          <a:pPr rtl="0"/>
          <a:r>
            <a:rPr lang="en-US" sz="2000" dirty="0" smtClean="0"/>
            <a:t>2.</a:t>
          </a:r>
          <a:r>
            <a:rPr lang="zh-CN" sz="2000" dirty="0" smtClean="0"/>
            <a:t>在“工具箱”中，选择“污点修复画笔工具”。</a:t>
          </a:r>
          <a:endParaRPr lang="zh-CN" sz="2000" dirty="0"/>
        </a:p>
      </dgm:t>
    </dgm:pt>
    <dgm:pt modelId="{4B2D7CD3-6CBE-4A72-A329-0379CD8FF3F1}" type="parTrans" cxnId="{ECF2C205-545B-4CA4-BBF8-CD2436E13810}">
      <dgm:prSet/>
      <dgm:spPr/>
      <dgm:t>
        <a:bodyPr/>
        <a:lstStyle/>
        <a:p>
          <a:endParaRPr lang="zh-CN" altLang="en-US"/>
        </a:p>
      </dgm:t>
    </dgm:pt>
    <dgm:pt modelId="{00D938B4-1FAC-4396-8079-BC450EE8F836}" type="sibTrans" cxnId="{ECF2C205-545B-4CA4-BBF8-CD2436E13810}">
      <dgm:prSet/>
      <dgm:spPr/>
      <dgm:t>
        <a:bodyPr/>
        <a:lstStyle/>
        <a:p>
          <a:endParaRPr lang="zh-CN" altLang="en-US"/>
        </a:p>
      </dgm:t>
    </dgm:pt>
    <dgm:pt modelId="{7FBCE33B-0B32-4817-8605-C4A1F05A3B0D}">
      <dgm:prSet custT="1"/>
      <dgm:spPr/>
      <dgm:t>
        <a:bodyPr/>
        <a:lstStyle/>
        <a:p>
          <a:pPr rtl="0"/>
          <a:r>
            <a:rPr lang="en-US" sz="2000" dirty="0" smtClean="0"/>
            <a:t>3.</a:t>
          </a:r>
          <a:r>
            <a:rPr lang="zh-CN" sz="2000" dirty="0" smtClean="0"/>
            <a:t>在选项栏中，打开刷子弹出面板，将“大小”设置为“</a:t>
          </a:r>
          <a:r>
            <a:rPr lang="en-US" sz="2000" dirty="0" smtClean="0"/>
            <a:t>100</a:t>
          </a:r>
          <a:r>
            <a:rPr lang="zh-CN" sz="2000" dirty="0" smtClean="0"/>
            <a:t>”像素，将“硬度”设置为“</a:t>
          </a:r>
          <a:r>
            <a:rPr lang="en-US" sz="2000" dirty="0" smtClean="0"/>
            <a:t>­100%</a:t>
          </a:r>
          <a:r>
            <a:rPr lang="zh-CN" sz="2000" dirty="0" smtClean="0"/>
            <a:t>”</a:t>
          </a:r>
          <a:r>
            <a:rPr lang="zh-CN" sz="2000" dirty="0" smtClean="0"/>
            <a:t>。</a:t>
          </a:r>
          <a:endParaRPr lang="zh-CN" sz="2000" dirty="0"/>
        </a:p>
      </dgm:t>
    </dgm:pt>
    <dgm:pt modelId="{86E1044A-8F47-4B00-B8E9-61D3A6D27C41}" type="parTrans" cxnId="{F52C4D3C-6BAC-4FE2-B461-2E33057817AD}">
      <dgm:prSet/>
      <dgm:spPr/>
      <dgm:t>
        <a:bodyPr/>
        <a:lstStyle/>
        <a:p>
          <a:endParaRPr lang="zh-CN" altLang="en-US"/>
        </a:p>
      </dgm:t>
    </dgm:pt>
    <dgm:pt modelId="{34985E6E-6B9E-4046-80A1-2F0AE46CA7F5}" type="sibTrans" cxnId="{F52C4D3C-6BAC-4FE2-B461-2E33057817AD}">
      <dgm:prSet/>
      <dgm:spPr/>
      <dgm:t>
        <a:bodyPr/>
        <a:lstStyle/>
        <a:p>
          <a:endParaRPr lang="zh-CN" altLang="en-US"/>
        </a:p>
      </dgm:t>
    </dgm:pt>
    <dgm:pt modelId="{A6913B42-3D3D-457F-B9C2-F0E84B5A2ABA}">
      <dgm:prSet custT="1"/>
      <dgm:spPr/>
      <dgm:t>
        <a:bodyPr/>
        <a:lstStyle/>
        <a:p>
          <a:pPr rtl="0"/>
          <a:r>
            <a:rPr lang="en-US" sz="2000" dirty="0" smtClean="0"/>
            <a:t>4. </a:t>
          </a:r>
          <a:r>
            <a:rPr lang="zh-CN" sz="2000" dirty="0" smtClean="0"/>
            <a:t>在图像窗口中，将“污点修复画笔工具”自折痕的顶部拖拽到底部。向下</a:t>
          </a:r>
          <a:r>
            <a:rPr lang="en-US" sz="2000" dirty="0" smtClean="0"/>
            <a:t>3~5</a:t>
          </a:r>
          <a:r>
            <a:rPr lang="zh-CN" sz="2000" dirty="0" smtClean="0"/>
            <a:t>次齐整描边之后，就可以修复整个折痕。</a:t>
          </a:r>
          <a:endParaRPr lang="zh-CN" sz="2000" dirty="0"/>
        </a:p>
      </dgm:t>
    </dgm:pt>
    <dgm:pt modelId="{17F04A54-3B54-4806-8879-CD14D998ADEB}" type="parTrans" cxnId="{1F778CB9-46E1-4019-997B-F2686AE75A57}">
      <dgm:prSet/>
      <dgm:spPr/>
      <dgm:t>
        <a:bodyPr/>
        <a:lstStyle/>
        <a:p>
          <a:endParaRPr lang="zh-CN" altLang="en-US"/>
        </a:p>
      </dgm:t>
    </dgm:pt>
    <dgm:pt modelId="{21EFF76D-2DD6-4608-8DB5-38C4837BBBEF}" type="sibTrans" cxnId="{1F778CB9-46E1-4019-997B-F2686AE75A57}">
      <dgm:prSet/>
      <dgm:spPr/>
      <dgm:t>
        <a:bodyPr/>
        <a:lstStyle/>
        <a:p>
          <a:endParaRPr lang="zh-CN" altLang="en-US"/>
        </a:p>
      </dgm:t>
    </dgm:pt>
    <dgm:pt modelId="{C13B424D-8CFC-4EB2-8F10-3FE0B71FF889}" type="pres">
      <dgm:prSet presAssocID="{4A8AE55D-6677-4E50-A494-EDC157CA376C}" presName="Name0" presStyleCnt="0">
        <dgm:presLayoutVars>
          <dgm:chMax val="7"/>
          <dgm:chPref val="7"/>
          <dgm:dir/>
        </dgm:presLayoutVars>
      </dgm:prSet>
      <dgm:spPr/>
      <dgm:t>
        <a:bodyPr/>
        <a:lstStyle/>
        <a:p>
          <a:endParaRPr lang="zh-CN" altLang="en-US"/>
        </a:p>
      </dgm:t>
    </dgm:pt>
    <dgm:pt modelId="{D3AAB6EE-88BF-4892-B941-5848CF38ACB2}" type="pres">
      <dgm:prSet presAssocID="{4A8AE55D-6677-4E50-A494-EDC157CA376C}" presName="Name1" presStyleCnt="0"/>
      <dgm:spPr/>
    </dgm:pt>
    <dgm:pt modelId="{C58B0957-925F-4077-BFB9-0DC6DFCAD377}" type="pres">
      <dgm:prSet presAssocID="{4A8AE55D-6677-4E50-A494-EDC157CA376C}" presName="cycle" presStyleCnt="0"/>
      <dgm:spPr/>
    </dgm:pt>
    <dgm:pt modelId="{9B7F7A63-D62F-4AC8-B063-9BB3BFFF6E6F}" type="pres">
      <dgm:prSet presAssocID="{4A8AE55D-6677-4E50-A494-EDC157CA376C}" presName="srcNode" presStyleLbl="node1" presStyleIdx="0" presStyleCnt="4"/>
      <dgm:spPr/>
    </dgm:pt>
    <dgm:pt modelId="{9C589519-10A3-4A99-860C-D482054C1234}" type="pres">
      <dgm:prSet presAssocID="{4A8AE55D-6677-4E50-A494-EDC157CA376C}" presName="conn" presStyleLbl="parChTrans1D2" presStyleIdx="0" presStyleCnt="1"/>
      <dgm:spPr/>
      <dgm:t>
        <a:bodyPr/>
        <a:lstStyle/>
        <a:p>
          <a:endParaRPr lang="zh-CN" altLang="en-US"/>
        </a:p>
      </dgm:t>
    </dgm:pt>
    <dgm:pt modelId="{62C6AA53-062F-4860-AF8C-1189E2E66A3E}" type="pres">
      <dgm:prSet presAssocID="{4A8AE55D-6677-4E50-A494-EDC157CA376C}" presName="extraNode" presStyleLbl="node1" presStyleIdx="0" presStyleCnt="4"/>
      <dgm:spPr/>
    </dgm:pt>
    <dgm:pt modelId="{E395A073-AB27-4B27-A89A-5190E9E86F0C}" type="pres">
      <dgm:prSet presAssocID="{4A8AE55D-6677-4E50-A494-EDC157CA376C}" presName="dstNode" presStyleLbl="node1" presStyleIdx="0" presStyleCnt="4"/>
      <dgm:spPr/>
    </dgm:pt>
    <dgm:pt modelId="{9A99D4E4-DF3F-4DA0-8E98-142CD4CCE55B}" type="pres">
      <dgm:prSet presAssocID="{71C06792-8F50-4A96-AD61-1126B292ECB9}" presName="text_1" presStyleLbl="node1" presStyleIdx="0" presStyleCnt="4">
        <dgm:presLayoutVars>
          <dgm:bulletEnabled val="1"/>
        </dgm:presLayoutVars>
      </dgm:prSet>
      <dgm:spPr/>
      <dgm:t>
        <a:bodyPr/>
        <a:lstStyle/>
        <a:p>
          <a:endParaRPr lang="zh-CN" altLang="en-US"/>
        </a:p>
      </dgm:t>
    </dgm:pt>
    <dgm:pt modelId="{411B7F52-5C33-4F69-A32F-EE08E5FDC53A}" type="pres">
      <dgm:prSet presAssocID="{71C06792-8F50-4A96-AD61-1126B292ECB9}" presName="accent_1" presStyleCnt="0"/>
      <dgm:spPr/>
    </dgm:pt>
    <dgm:pt modelId="{8D012737-28A9-4EF7-8D7A-49B609E03480}" type="pres">
      <dgm:prSet presAssocID="{71C06792-8F50-4A96-AD61-1126B292ECB9}" presName="accentRepeatNode" presStyleLbl="solidFgAcc1" presStyleIdx="0" presStyleCnt="4"/>
      <dgm:spPr/>
    </dgm:pt>
    <dgm:pt modelId="{03241654-B482-4D75-9EA0-9E237D2E8C03}" type="pres">
      <dgm:prSet presAssocID="{59011EA5-6C60-44BB-9DC6-B0D1AA7D30C1}" presName="text_2" presStyleLbl="node1" presStyleIdx="1" presStyleCnt="4">
        <dgm:presLayoutVars>
          <dgm:bulletEnabled val="1"/>
        </dgm:presLayoutVars>
      </dgm:prSet>
      <dgm:spPr/>
      <dgm:t>
        <a:bodyPr/>
        <a:lstStyle/>
        <a:p>
          <a:endParaRPr lang="zh-CN" altLang="en-US"/>
        </a:p>
      </dgm:t>
    </dgm:pt>
    <dgm:pt modelId="{F7A95FAC-3E09-416D-9F60-2129A94436CA}" type="pres">
      <dgm:prSet presAssocID="{59011EA5-6C60-44BB-9DC6-B0D1AA7D30C1}" presName="accent_2" presStyleCnt="0"/>
      <dgm:spPr/>
    </dgm:pt>
    <dgm:pt modelId="{5F66D6EC-8843-488A-A885-BD2F4BD5045A}" type="pres">
      <dgm:prSet presAssocID="{59011EA5-6C60-44BB-9DC6-B0D1AA7D30C1}" presName="accentRepeatNode" presStyleLbl="solidFgAcc1" presStyleIdx="1" presStyleCnt="4"/>
      <dgm:spPr/>
    </dgm:pt>
    <dgm:pt modelId="{E3540DC7-C3C7-4ED5-B8B3-70F61ECA4D53}" type="pres">
      <dgm:prSet presAssocID="{7FBCE33B-0B32-4817-8605-C4A1F05A3B0D}" presName="text_3" presStyleLbl="node1" presStyleIdx="2" presStyleCnt="4" custScaleY="110228">
        <dgm:presLayoutVars>
          <dgm:bulletEnabled val="1"/>
        </dgm:presLayoutVars>
      </dgm:prSet>
      <dgm:spPr/>
      <dgm:t>
        <a:bodyPr/>
        <a:lstStyle/>
        <a:p>
          <a:endParaRPr lang="zh-CN" altLang="en-US"/>
        </a:p>
      </dgm:t>
    </dgm:pt>
    <dgm:pt modelId="{7FA17A2B-3F3B-455A-848E-CBE170DDBD05}" type="pres">
      <dgm:prSet presAssocID="{7FBCE33B-0B32-4817-8605-C4A1F05A3B0D}" presName="accent_3" presStyleCnt="0"/>
      <dgm:spPr/>
    </dgm:pt>
    <dgm:pt modelId="{CEAED82E-3C32-4E7F-BF77-C5C28F8F5672}" type="pres">
      <dgm:prSet presAssocID="{7FBCE33B-0B32-4817-8605-C4A1F05A3B0D}" presName="accentRepeatNode" presStyleLbl="solidFgAcc1" presStyleIdx="2" presStyleCnt="4"/>
      <dgm:spPr/>
    </dgm:pt>
    <dgm:pt modelId="{FDA4E2EC-E3C4-4BF2-9686-C77B6E993FD2}" type="pres">
      <dgm:prSet presAssocID="{A6913B42-3D3D-457F-B9C2-F0E84B5A2ABA}" presName="text_4" presStyleLbl="node1" presStyleIdx="3" presStyleCnt="4">
        <dgm:presLayoutVars>
          <dgm:bulletEnabled val="1"/>
        </dgm:presLayoutVars>
      </dgm:prSet>
      <dgm:spPr/>
      <dgm:t>
        <a:bodyPr/>
        <a:lstStyle/>
        <a:p>
          <a:endParaRPr lang="zh-CN" altLang="en-US"/>
        </a:p>
      </dgm:t>
    </dgm:pt>
    <dgm:pt modelId="{D1969F52-599E-429D-A183-2C180A4C8071}" type="pres">
      <dgm:prSet presAssocID="{A6913B42-3D3D-457F-B9C2-F0E84B5A2ABA}" presName="accent_4" presStyleCnt="0"/>
      <dgm:spPr/>
    </dgm:pt>
    <dgm:pt modelId="{A5AB0438-6710-46EB-B95B-209856DD0AE5}" type="pres">
      <dgm:prSet presAssocID="{A6913B42-3D3D-457F-B9C2-F0E84B5A2ABA}" presName="accentRepeatNode" presStyleLbl="solidFgAcc1" presStyleIdx="3" presStyleCnt="4"/>
      <dgm:spPr/>
    </dgm:pt>
  </dgm:ptLst>
  <dgm:cxnLst>
    <dgm:cxn modelId="{62BAA446-0DC8-4033-A30E-ACF43BFEA81B}" type="presOf" srcId="{4A8AE55D-6677-4E50-A494-EDC157CA376C}" destId="{C13B424D-8CFC-4EB2-8F10-3FE0B71FF889}" srcOrd="0" destOrd="0" presId="urn:microsoft.com/office/officeart/2008/layout/VerticalCurvedList#1"/>
    <dgm:cxn modelId="{1F778CB9-46E1-4019-997B-F2686AE75A57}" srcId="{4A8AE55D-6677-4E50-A494-EDC157CA376C}" destId="{A6913B42-3D3D-457F-B9C2-F0E84B5A2ABA}" srcOrd="3" destOrd="0" parTransId="{17F04A54-3B54-4806-8879-CD14D998ADEB}" sibTransId="{21EFF76D-2DD6-4608-8DB5-38C4837BBBEF}"/>
    <dgm:cxn modelId="{0D02278A-6E07-4C46-91F4-6CA2A2F46ECC}" srcId="{4A8AE55D-6677-4E50-A494-EDC157CA376C}" destId="{71C06792-8F50-4A96-AD61-1126B292ECB9}" srcOrd="0" destOrd="0" parTransId="{D0D3509C-C373-489A-B1F0-F9BDEB2529A2}" sibTransId="{191DBD36-B04E-4B4D-90CF-9224B7571482}"/>
    <dgm:cxn modelId="{065D7D95-21A3-4E06-9DC1-9CCDC8E6A592}" type="presOf" srcId="{71C06792-8F50-4A96-AD61-1126B292ECB9}" destId="{9A99D4E4-DF3F-4DA0-8E98-142CD4CCE55B}" srcOrd="0" destOrd="0" presId="urn:microsoft.com/office/officeart/2008/layout/VerticalCurvedList#1"/>
    <dgm:cxn modelId="{E08704C5-56C6-4320-A72A-6217E038BFC4}" type="presOf" srcId="{7FBCE33B-0B32-4817-8605-C4A1F05A3B0D}" destId="{E3540DC7-C3C7-4ED5-B8B3-70F61ECA4D53}" srcOrd="0" destOrd="0" presId="urn:microsoft.com/office/officeart/2008/layout/VerticalCurvedList#1"/>
    <dgm:cxn modelId="{F52C4D3C-6BAC-4FE2-B461-2E33057817AD}" srcId="{4A8AE55D-6677-4E50-A494-EDC157CA376C}" destId="{7FBCE33B-0B32-4817-8605-C4A1F05A3B0D}" srcOrd="2" destOrd="0" parTransId="{86E1044A-8F47-4B00-B8E9-61D3A6D27C41}" sibTransId="{34985E6E-6B9E-4046-80A1-2F0AE46CA7F5}"/>
    <dgm:cxn modelId="{ECF2C205-545B-4CA4-BBF8-CD2436E13810}" srcId="{4A8AE55D-6677-4E50-A494-EDC157CA376C}" destId="{59011EA5-6C60-44BB-9DC6-B0D1AA7D30C1}" srcOrd="1" destOrd="0" parTransId="{4B2D7CD3-6CBE-4A72-A329-0379CD8FF3F1}" sibTransId="{00D938B4-1FAC-4396-8079-BC450EE8F836}"/>
    <dgm:cxn modelId="{72E9B7A3-6B91-4572-8718-EE16374B49F5}" type="presOf" srcId="{59011EA5-6C60-44BB-9DC6-B0D1AA7D30C1}" destId="{03241654-B482-4D75-9EA0-9E237D2E8C03}" srcOrd="0" destOrd="0" presId="urn:microsoft.com/office/officeart/2008/layout/VerticalCurvedList#1"/>
    <dgm:cxn modelId="{0B986A72-CF0A-4EC4-BDC9-ACBC31305751}" type="presOf" srcId="{A6913B42-3D3D-457F-B9C2-F0E84B5A2ABA}" destId="{FDA4E2EC-E3C4-4BF2-9686-C77B6E993FD2}" srcOrd="0" destOrd="0" presId="urn:microsoft.com/office/officeart/2008/layout/VerticalCurvedList#1"/>
    <dgm:cxn modelId="{1BE88EFE-DABC-4C5C-A4AC-5C19C51C9352}" type="presOf" srcId="{191DBD36-B04E-4B4D-90CF-9224B7571482}" destId="{9C589519-10A3-4A99-860C-D482054C1234}" srcOrd="0" destOrd="0" presId="urn:microsoft.com/office/officeart/2008/layout/VerticalCurvedList#1"/>
    <dgm:cxn modelId="{D6312B44-2C59-4331-9263-69ECF4638EFB}" type="presParOf" srcId="{C13B424D-8CFC-4EB2-8F10-3FE0B71FF889}" destId="{D3AAB6EE-88BF-4892-B941-5848CF38ACB2}" srcOrd="0" destOrd="0" presId="urn:microsoft.com/office/officeart/2008/layout/VerticalCurvedList#1"/>
    <dgm:cxn modelId="{9B8270C0-41D2-4E12-B819-AA9B97F90BBF}" type="presParOf" srcId="{D3AAB6EE-88BF-4892-B941-5848CF38ACB2}" destId="{C58B0957-925F-4077-BFB9-0DC6DFCAD377}" srcOrd="0" destOrd="0" presId="urn:microsoft.com/office/officeart/2008/layout/VerticalCurvedList#1"/>
    <dgm:cxn modelId="{BD6F842C-D70D-42D3-B056-998A85A4358A}" type="presParOf" srcId="{C58B0957-925F-4077-BFB9-0DC6DFCAD377}" destId="{9B7F7A63-D62F-4AC8-B063-9BB3BFFF6E6F}" srcOrd="0" destOrd="0" presId="urn:microsoft.com/office/officeart/2008/layout/VerticalCurvedList#1"/>
    <dgm:cxn modelId="{89375345-8633-4B39-A928-E30B8F19566F}" type="presParOf" srcId="{C58B0957-925F-4077-BFB9-0DC6DFCAD377}" destId="{9C589519-10A3-4A99-860C-D482054C1234}" srcOrd="1" destOrd="0" presId="urn:microsoft.com/office/officeart/2008/layout/VerticalCurvedList#1"/>
    <dgm:cxn modelId="{8D7DA1DD-B1FE-44D1-BCB1-1D3A7012B5D1}" type="presParOf" srcId="{C58B0957-925F-4077-BFB9-0DC6DFCAD377}" destId="{62C6AA53-062F-4860-AF8C-1189E2E66A3E}" srcOrd="2" destOrd="0" presId="urn:microsoft.com/office/officeart/2008/layout/VerticalCurvedList#1"/>
    <dgm:cxn modelId="{0EE589D3-EAF3-455D-ACD6-4FCE930CD2F4}" type="presParOf" srcId="{C58B0957-925F-4077-BFB9-0DC6DFCAD377}" destId="{E395A073-AB27-4B27-A89A-5190E9E86F0C}" srcOrd="3" destOrd="0" presId="urn:microsoft.com/office/officeart/2008/layout/VerticalCurvedList#1"/>
    <dgm:cxn modelId="{96A26F47-FD48-4373-936D-3A97F3FADFE4}" type="presParOf" srcId="{D3AAB6EE-88BF-4892-B941-5848CF38ACB2}" destId="{9A99D4E4-DF3F-4DA0-8E98-142CD4CCE55B}" srcOrd="1" destOrd="0" presId="urn:microsoft.com/office/officeart/2008/layout/VerticalCurvedList#1"/>
    <dgm:cxn modelId="{FF81969F-DD51-4213-BB27-4AFD96733E36}" type="presParOf" srcId="{D3AAB6EE-88BF-4892-B941-5848CF38ACB2}" destId="{411B7F52-5C33-4F69-A32F-EE08E5FDC53A}" srcOrd="2" destOrd="0" presId="urn:microsoft.com/office/officeart/2008/layout/VerticalCurvedList#1"/>
    <dgm:cxn modelId="{75FC5892-2A84-4D7F-8219-F06012DC3377}" type="presParOf" srcId="{411B7F52-5C33-4F69-A32F-EE08E5FDC53A}" destId="{8D012737-28A9-4EF7-8D7A-49B609E03480}" srcOrd="0" destOrd="0" presId="urn:microsoft.com/office/officeart/2008/layout/VerticalCurvedList#1"/>
    <dgm:cxn modelId="{16E5FC4D-8247-4E3D-867D-F65F2802F9B1}" type="presParOf" srcId="{D3AAB6EE-88BF-4892-B941-5848CF38ACB2}" destId="{03241654-B482-4D75-9EA0-9E237D2E8C03}" srcOrd="3" destOrd="0" presId="urn:microsoft.com/office/officeart/2008/layout/VerticalCurvedList#1"/>
    <dgm:cxn modelId="{607C9BC9-B7EE-40F0-968C-9F9331B548D5}" type="presParOf" srcId="{D3AAB6EE-88BF-4892-B941-5848CF38ACB2}" destId="{F7A95FAC-3E09-416D-9F60-2129A94436CA}" srcOrd="4" destOrd="0" presId="urn:microsoft.com/office/officeart/2008/layout/VerticalCurvedList#1"/>
    <dgm:cxn modelId="{A81EDE06-16A0-4ACD-BA75-753DAB75F02F}" type="presParOf" srcId="{F7A95FAC-3E09-416D-9F60-2129A94436CA}" destId="{5F66D6EC-8843-488A-A885-BD2F4BD5045A}" srcOrd="0" destOrd="0" presId="urn:microsoft.com/office/officeart/2008/layout/VerticalCurvedList#1"/>
    <dgm:cxn modelId="{DB214619-E6DB-48A2-A73C-A5E74B7E9E5C}" type="presParOf" srcId="{D3AAB6EE-88BF-4892-B941-5848CF38ACB2}" destId="{E3540DC7-C3C7-4ED5-B8B3-70F61ECA4D53}" srcOrd="5" destOrd="0" presId="urn:microsoft.com/office/officeart/2008/layout/VerticalCurvedList#1"/>
    <dgm:cxn modelId="{28F8625E-ECDE-40B0-8258-BC0CEA4FF468}" type="presParOf" srcId="{D3AAB6EE-88BF-4892-B941-5848CF38ACB2}" destId="{7FA17A2B-3F3B-455A-848E-CBE170DDBD05}" srcOrd="6" destOrd="0" presId="urn:microsoft.com/office/officeart/2008/layout/VerticalCurvedList#1"/>
    <dgm:cxn modelId="{1819C1D4-5C73-4FF1-B729-40A450CEF3BC}" type="presParOf" srcId="{7FA17A2B-3F3B-455A-848E-CBE170DDBD05}" destId="{CEAED82E-3C32-4E7F-BF77-C5C28F8F5672}" srcOrd="0" destOrd="0" presId="urn:microsoft.com/office/officeart/2008/layout/VerticalCurvedList#1"/>
    <dgm:cxn modelId="{6478CB30-510F-453B-BA2F-0CCA9261F615}" type="presParOf" srcId="{D3AAB6EE-88BF-4892-B941-5848CF38ACB2}" destId="{FDA4E2EC-E3C4-4BF2-9686-C77B6E993FD2}" srcOrd="7" destOrd="0" presId="urn:microsoft.com/office/officeart/2008/layout/VerticalCurvedList#1"/>
    <dgm:cxn modelId="{E2AE8DA6-FAE2-4241-9863-6DC4AA20AA8C}" type="presParOf" srcId="{D3AAB6EE-88BF-4892-B941-5848CF38ACB2}" destId="{D1969F52-599E-429D-A183-2C180A4C8071}" srcOrd="8" destOrd="0" presId="urn:microsoft.com/office/officeart/2008/layout/VerticalCurvedList#1"/>
    <dgm:cxn modelId="{482F2263-2101-4429-AE58-A19DA7C6A90B}" type="presParOf" srcId="{D1969F52-599E-429D-A183-2C180A4C8071}" destId="{A5AB0438-6710-46EB-B95B-209856DD0AE5}" srcOrd="0" destOrd="0" presId="urn:microsoft.com/office/officeart/2008/layout/VerticalCurved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0D2C3EC-3371-493C-AE83-D6A5E71FC914}" type="doc">
      <dgm:prSet loTypeId="urn:microsoft.com/office/officeart/2008/layout/VerticalCurvedList#2" loCatId="list" qsTypeId="urn:microsoft.com/office/officeart/2005/8/quickstyle/simple1#3" qsCatId="simple" csTypeId="urn:microsoft.com/office/officeart/2005/8/colors/accent1_2#6" csCatId="accent1" phldr="1"/>
      <dgm:spPr/>
      <dgm:t>
        <a:bodyPr/>
        <a:lstStyle/>
        <a:p>
          <a:endParaRPr lang="zh-CN" altLang="en-US"/>
        </a:p>
      </dgm:t>
    </dgm:pt>
    <dgm:pt modelId="{9AED8744-5C84-4036-B7AC-90A878BDA281}">
      <dgm:prSet phldrT="[文本]" custT="1"/>
      <dgm:spPr/>
      <dgm:t>
        <a:bodyPr/>
        <a:lstStyle/>
        <a:p>
          <a:r>
            <a:rPr lang="en-US" sz="2000" dirty="0" smtClean="0">
              <a:latin typeface="+mn-ea"/>
              <a:ea typeface="+mn-ea"/>
            </a:rPr>
            <a:t>1.</a:t>
          </a:r>
          <a:r>
            <a:rPr lang="zh-CN" sz="2000" dirty="0" smtClean="0"/>
            <a:t>在“工具箱”中，选择“修补工具”</a:t>
          </a:r>
          <a:r>
            <a:rPr lang="zh-CN" altLang="en-US" sz="2000" dirty="0" smtClean="0"/>
            <a:t>。</a:t>
          </a:r>
          <a:endParaRPr lang="zh-CN" altLang="en-US" sz="2000" dirty="0">
            <a:latin typeface="+mn-ea"/>
            <a:ea typeface="+mn-ea"/>
          </a:endParaRPr>
        </a:p>
      </dgm:t>
    </dgm:pt>
    <dgm:pt modelId="{86A5CD75-41C2-4C54-A3F5-7B2DB4B442EB}" type="parTrans" cxnId="{10DA0D05-BE5A-43A2-84C7-C5BD1955A486}">
      <dgm:prSet/>
      <dgm:spPr/>
      <dgm:t>
        <a:bodyPr/>
        <a:lstStyle/>
        <a:p>
          <a:endParaRPr lang="zh-CN" altLang="en-US"/>
        </a:p>
      </dgm:t>
    </dgm:pt>
    <dgm:pt modelId="{394DCFA4-19C4-4BBB-938D-1951EE64CF02}" type="sibTrans" cxnId="{10DA0D05-BE5A-43A2-84C7-C5BD1955A486}">
      <dgm:prSet/>
      <dgm:spPr/>
      <dgm:t>
        <a:bodyPr/>
        <a:lstStyle/>
        <a:p>
          <a:endParaRPr lang="zh-CN" altLang="en-US"/>
        </a:p>
      </dgm:t>
    </dgm:pt>
    <dgm:pt modelId="{5DE7D097-A149-4EA6-87B5-A300347D3160}">
      <dgm:prSet phldrT="[文本]" custT="1"/>
      <dgm:spPr/>
      <dgm:t>
        <a:bodyPr/>
        <a:lstStyle/>
        <a:p>
          <a:r>
            <a:rPr lang="en-US" sz="2000" dirty="0" smtClean="0">
              <a:latin typeface="+mn-ea"/>
              <a:ea typeface="+mn-ea"/>
            </a:rPr>
            <a:t>2.</a:t>
          </a:r>
          <a:r>
            <a:rPr lang="zh-CN" sz="2000" dirty="0" smtClean="0"/>
            <a:t>框选出左侧文字水印部分。</a:t>
          </a:r>
          <a:endParaRPr lang="zh-CN" altLang="en-US" sz="2000" dirty="0">
            <a:latin typeface="+mn-ea"/>
            <a:ea typeface="+mn-ea"/>
          </a:endParaRPr>
        </a:p>
      </dgm:t>
    </dgm:pt>
    <dgm:pt modelId="{D0809272-972C-4EB5-B31F-4504B0A9F061}" type="parTrans" cxnId="{1FFE458F-B734-423F-A93C-AE0758CF11FB}">
      <dgm:prSet/>
      <dgm:spPr/>
      <dgm:t>
        <a:bodyPr/>
        <a:lstStyle/>
        <a:p>
          <a:endParaRPr lang="zh-CN" altLang="en-US"/>
        </a:p>
      </dgm:t>
    </dgm:pt>
    <dgm:pt modelId="{3D2831BE-CC48-4697-A772-E2EEFE22ACCA}" type="sibTrans" cxnId="{1FFE458F-B734-423F-A93C-AE0758CF11FB}">
      <dgm:prSet/>
      <dgm:spPr/>
      <dgm:t>
        <a:bodyPr/>
        <a:lstStyle/>
        <a:p>
          <a:endParaRPr lang="zh-CN" altLang="en-US"/>
        </a:p>
      </dgm:t>
    </dgm:pt>
    <dgm:pt modelId="{402511CE-292C-4A59-9F7A-AC00A2ADDEEC}">
      <dgm:prSet phldrT="[文本]" custT="1"/>
      <dgm:spPr/>
      <dgm:t>
        <a:bodyPr/>
        <a:lstStyle/>
        <a:p>
          <a:r>
            <a:rPr lang="en-US" altLang="zh-CN" sz="2000" dirty="0" smtClean="0">
              <a:latin typeface="+mn-ea"/>
              <a:ea typeface="+mn-ea"/>
            </a:rPr>
            <a:t>3.</a:t>
          </a:r>
          <a:r>
            <a:rPr lang="zh-CN" sz="2000" dirty="0" smtClean="0"/>
            <a:t>单击刚刚选定的区域，将其拖拽到右侧。</a:t>
          </a:r>
          <a:endParaRPr lang="zh-CN" altLang="en-US" sz="2000" dirty="0">
            <a:latin typeface="+mn-ea"/>
            <a:ea typeface="+mn-ea"/>
          </a:endParaRPr>
        </a:p>
      </dgm:t>
    </dgm:pt>
    <dgm:pt modelId="{5FFC3299-280C-4BDE-8301-D6D072670804}" type="parTrans" cxnId="{72731221-0150-4328-84D6-AECD319257F1}">
      <dgm:prSet/>
      <dgm:spPr/>
      <dgm:t>
        <a:bodyPr/>
        <a:lstStyle/>
        <a:p>
          <a:endParaRPr lang="zh-CN" altLang="en-US"/>
        </a:p>
      </dgm:t>
    </dgm:pt>
    <dgm:pt modelId="{C100CCCC-2016-4F3D-B8C2-612D5CD55F3F}" type="sibTrans" cxnId="{72731221-0150-4328-84D6-AECD319257F1}">
      <dgm:prSet/>
      <dgm:spPr/>
      <dgm:t>
        <a:bodyPr/>
        <a:lstStyle/>
        <a:p>
          <a:endParaRPr lang="zh-CN" altLang="en-US"/>
        </a:p>
      </dgm:t>
    </dgm:pt>
    <dgm:pt modelId="{621EF285-3750-40A5-B493-458F0E27A805}">
      <dgm:prSet phldrT="[文本]" custT="1"/>
      <dgm:spPr/>
      <dgm:t>
        <a:bodyPr/>
        <a:lstStyle/>
        <a:p>
          <a:r>
            <a:rPr lang="en-US" altLang="zh-CN" sz="2000" dirty="0" smtClean="0">
              <a:latin typeface="+mn-ea"/>
              <a:ea typeface="+mn-ea"/>
            </a:rPr>
            <a:t>4.</a:t>
          </a:r>
          <a:r>
            <a:rPr lang="zh-CN" sz="2000" dirty="0" smtClean="0"/>
            <a:t>选择“选择”</a:t>
          </a:r>
          <a:r>
            <a:rPr lang="en-US" sz="2000" dirty="0" smtClean="0"/>
            <a:t>&gt;</a:t>
          </a:r>
          <a:r>
            <a:rPr lang="zh-CN" sz="2000" dirty="0" smtClean="0"/>
            <a:t>“取消选择”。（或者可以使用快捷键</a:t>
          </a:r>
          <a:r>
            <a:rPr lang="en-US" sz="2000" dirty="0" err="1" smtClean="0"/>
            <a:t>Ctrl+D</a:t>
          </a:r>
          <a:r>
            <a:rPr lang="zh-CN" sz="2000" dirty="0" smtClean="0"/>
            <a:t>）。</a:t>
          </a:r>
          <a:endParaRPr lang="zh-CN" altLang="en-US" sz="2000" dirty="0">
            <a:latin typeface="+mn-ea"/>
            <a:ea typeface="+mn-ea"/>
          </a:endParaRPr>
        </a:p>
      </dgm:t>
    </dgm:pt>
    <dgm:pt modelId="{AF133F14-60F8-4232-8367-A0E65BC32E49}" type="parTrans" cxnId="{F73BD8BF-C95E-41FC-BC83-B0641D72A8C3}">
      <dgm:prSet/>
      <dgm:spPr/>
      <dgm:t>
        <a:bodyPr/>
        <a:lstStyle/>
        <a:p>
          <a:endParaRPr lang="zh-CN" altLang="en-US"/>
        </a:p>
      </dgm:t>
    </dgm:pt>
    <dgm:pt modelId="{22A10AB6-2D6C-442A-B1F0-3F550CDBAA9B}" type="sibTrans" cxnId="{F73BD8BF-C95E-41FC-BC83-B0641D72A8C3}">
      <dgm:prSet/>
      <dgm:spPr/>
      <dgm:t>
        <a:bodyPr/>
        <a:lstStyle/>
        <a:p>
          <a:endParaRPr lang="zh-CN" altLang="en-US"/>
        </a:p>
      </dgm:t>
    </dgm:pt>
    <dgm:pt modelId="{46B17152-5AE9-4521-87BE-1BA2092CAE15}" type="pres">
      <dgm:prSet presAssocID="{60D2C3EC-3371-493C-AE83-D6A5E71FC914}" presName="Name0" presStyleCnt="0">
        <dgm:presLayoutVars>
          <dgm:chMax val="7"/>
          <dgm:chPref val="7"/>
          <dgm:dir/>
        </dgm:presLayoutVars>
      </dgm:prSet>
      <dgm:spPr/>
      <dgm:t>
        <a:bodyPr/>
        <a:lstStyle/>
        <a:p>
          <a:endParaRPr lang="zh-CN" altLang="en-US"/>
        </a:p>
      </dgm:t>
    </dgm:pt>
    <dgm:pt modelId="{CC351045-5C31-462E-99FF-3D56150BDF68}" type="pres">
      <dgm:prSet presAssocID="{60D2C3EC-3371-493C-AE83-D6A5E71FC914}" presName="Name1" presStyleCnt="0"/>
      <dgm:spPr/>
    </dgm:pt>
    <dgm:pt modelId="{98A47A44-1977-40CE-A09F-F497E1E067D8}" type="pres">
      <dgm:prSet presAssocID="{60D2C3EC-3371-493C-AE83-D6A5E71FC914}" presName="cycle" presStyleCnt="0"/>
      <dgm:spPr/>
    </dgm:pt>
    <dgm:pt modelId="{784C7F98-334C-49B4-AE60-7563CF0BE3FC}" type="pres">
      <dgm:prSet presAssocID="{60D2C3EC-3371-493C-AE83-D6A5E71FC914}" presName="srcNode" presStyleLbl="node1" presStyleIdx="0" presStyleCnt="4"/>
      <dgm:spPr/>
    </dgm:pt>
    <dgm:pt modelId="{EC5F8098-BE43-4068-844F-08ADE8B6E49A}" type="pres">
      <dgm:prSet presAssocID="{60D2C3EC-3371-493C-AE83-D6A5E71FC914}" presName="conn" presStyleLbl="parChTrans1D2" presStyleIdx="0" presStyleCnt="1"/>
      <dgm:spPr/>
      <dgm:t>
        <a:bodyPr/>
        <a:lstStyle/>
        <a:p>
          <a:endParaRPr lang="zh-CN" altLang="en-US"/>
        </a:p>
      </dgm:t>
    </dgm:pt>
    <dgm:pt modelId="{B262001E-F556-4F5B-BFA4-240810476D19}" type="pres">
      <dgm:prSet presAssocID="{60D2C3EC-3371-493C-AE83-D6A5E71FC914}" presName="extraNode" presStyleLbl="node1" presStyleIdx="0" presStyleCnt="4"/>
      <dgm:spPr/>
    </dgm:pt>
    <dgm:pt modelId="{35C742E0-8711-4F27-B9F6-05F28CB3A732}" type="pres">
      <dgm:prSet presAssocID="{60D2C3EC-3371-493C-AE83-D6A5E71FC914}" presName="dstNode" presStyleLbl="node1" presStyleIdx="0" presStyleCnt="4"/>
      <dgm:spPr/>
    </dgm:pt>
    <dgm:pt modelId="{2E499A5A-6D43-4828-881B-45D9B6D53268}" type="pres">
      <dgm:prSet presAssocID="{9AED8744-5C84-4036-B7AC-90A878BDA281}" presName="text_1" presStyleLbl="node1" presStyleIdx="0" presStyleCnt="4" custLinFactNeighborX="19447" custLinFactNeighborY="-3904">
        <dgm:presLayoutVars>
          <dgm:bulletEnabled val="1"/>
        </dgm:presLayoutVars>
      </dgm:prSet>
      <dgm:spPr/>
      <dgm:t>
        <a:bodyPr/>
        <a:lstStyle/>
        <a:p>
          <a:endParaRPr lang="zh-CN" altLang="en-US"/>
        </a:p>
      </dgm:t>
    </dgm:pt>
    <dgm:pt modelId="{6F75DF4A-17DA-4412-A89B-148C07B40F0B}" type="pres">
      <dgm:prSet presAssocID="{9AED8744-5C84-4036-B7AC-90A878BDA281}" presName="accent_1" presStyleCnt="0"/>
      <dgm:spPr/>
    </dgm:pt>
    <dgm:pt modelId="{76D2F183-2317-496B-B174-28B1B98BFFF0}" type="pres">
      <dgm:prSet presAssocID="{9AED8744-5C84-4036-B7AC-90A878BDA281}" presName="accentRepeatNode" presStyleLbl="solidFgAcc1" presStyleIdx="0" presStyleCnt="4"/>
      <dgm:spPr/>
    </dgm:pt>
    <dgm:pt modelId="{19183C1C-1502-4E8D-B9BC-EDC3592FC8E3}" type="pres">
      <dgm:prSet presAssocID="{5DE7D097-A149-4EA6-87B5-A300347D3160}" presName="text_2" presStyleLbl="node1" presStyleIdx="1" presStyleCnt="4" custScaleX="104869" custScaleY="116434">
        <dgm:presLayoutVars>
          <dgm:bulletEnabled val="1"/>
        </dgm:presLayoutVars>
      </dgm:prSet>
      <dgm:spPr/>
      <dgm:t>
        <a:bodyPr/>
        <a:lstStyle/>
        <a:p>
          <a:endParaRPr lang="zh-CN" altLang="en-US"/>
        </a:p>
      </dgm:t>
    </dgm:pt>
    <dgm:pt modelId="{5421B2AC-6D4F-4B22-82FF-87FAFBEE3713}" type="pres">
      <dgm:prSet presAssocID="{5DE7D097-A149-4EA6-87B5-A300347D3160}" presName="accent_2" presStyleCnt="0"/>
      <dgm:spPr/>
    </dgm:pt>
    <dgm:pt modelId="{BF4D2421-0114-4FE4-840A-4FFABA99FCBC}" type="pres">
      <dgm:prSet presAssocID="{5DE7D097-A149-4EA6-87B5-A300347D3160}" presName="accentRepeatNode" presStyleLbl="solidFgAcc1" presStyleIdx="1" presStyleCnt="4"/>
      <dgm:spPr/>
    </dgm:pt>
    <dgm:pt modelId="{A749EE75-9CE3-474A-8D11-B915F64D830C}" type="pres">
      <dgm:prSet presAssocID="{402511CE-292C-4A59-9F7A-AC00A2ADDEEC}" presName="text_3" presStyleLbl="node1" presStyleIdx="2" presStyleCnt="4" custScaleY="112577" custLinFactNeighborX="1542" custLinFactNeighborY="4385">
        <dgm:presLayoutVars>
          <dgm:bulletEnabled val="1"/>
        </dgm:presLayoutVars>
      </dgm:prSet>
      <dgm:spPr/>
      <dgm:t>
        <a:bodyPr/>
        <a:lstStyle/>
        <a:p>
          <a:endParaRPr lang="zh-CN" altLang="en-US"/>
        </a:p>
      </dgm:t>
    </dgm:pt>
    <dgm:pt modelId="{D2B05A99-1CE8-4496-AAA3-B043AA7F40F2}" type="pres">
      <dgm:prSet presAssocID="{402511CE-292C-4A59-9F7A-AC00A2ADDEEC}" presName="accent_3" presStyleCnt="0"/>
      <dgm:spPr/>
    </dgm:pt>
    <dgm:pt modelId="{77124EDE-5F18-4ACD-8B07-84DE72E58100}" type="pres">
      <dgm:prSet presAssocID="{402511CE-292C-4A59-9F7A-AC00A2ADDEEC}" presName="accentRepeatNode" presStyleLbl="solidFgAcc1" presStyleIdx="2" presStyleCnt="4"/>
      <dgm:spPr/>
    </dgm:pt>
    <dgm:pt modelId="{998E3ADA-386F-431F-B057-27AAA1C0EA3A}" type="pres">
      <dgm:prSet presAssocID="{621EF285-3750-40A5-B493-458F0E27A805}" presName="text_4" presStyleLbl="node1" presStyleIdx="3" presStyleCnt="4" custScaleX="103929" custScaleY="118492">
        <dgm:presLayoutVars>
          <dgm:bulletEnabled val="1"/>
        </dgm:presLayoutVars>
      </dgm:prSet>
      <dgm:spPr/>
      <dgm:t>
        <a:bodyPr/>
        <a:lstStyle/>
        <a:p>
          <a:endParaRPr lang="zh-CN" altLang="en-US"/>
        </a:p>
      </dgm:t>
    </dgm:pt>
    <dgm:pt modelId="{09CA2CB2-EF48-4739-ABEF-97326E459F46}" type="pres">
      <dgm:prSet presAssocID="{621EF285-3750-40A5-B493-458F0E27A805}" presName="accent_4" presStyleCnt="0"/>
      <dgm:spPr/>
    </dgm:pt>
    <dgm:pt modelId="{3B3B3AAC-C0E5-4888-A1DC-9C0F5F401035}" type="pres">
      <dgm:prSet presAssocID="{621EF285-3750-40A5-B493-458F0E27A805}" presName="accentRepeatNode" presStyleLbl="solidFgAcc1" presStyleIdx="3" presStyleCnt="4"/>
      <dgm:spPr/>
    </dgm:pt>
  </dgm:ptLst>
  <dgm:cxnLst>
    <dgm:cxn modelId="{CF6AF3F3-62B7-4F30-9EBA-DE3C7FA4EA01}" type="presOf" srcId="{402511CE-292C-4A59-9F7A-AC00A2ADDEEC}" destId="{A749EE75-9CE3-474A-8D11-B915F64D830C}" srcOrd="0" destOrd="0" presId="urn:microsoft.com/office/officeart/2008/layout/VerticalCurvedList#2"/>
    <dgm:cxn modelId="{0152F50C-2E78-40F4-A247-2ECB2A3151E6}" type="presOf" srcId="{5DE7D097-A149-4EA6-87B5-A300347D3160}" destId="{19183C1C-1502-4E8D-B9BC-EDC3592FC8E3}" srcOrd="0" destOrd="0" presId="urn:microsoft.com/office/officeart/2008/layout/VerticalCurvedList#2"/>
    <dgm:cxn modelId="{519BD44C-9B9A-423C-B0C9-85F543992B6A}" type="presOf" srcId="{621EF285-3750-40A5-B493-458F0E27A805}" destId="{998E3ADA-386F-431F-B057-27AAA1C0EA3A}" srcOrd="0" destOrd="0" presId="urn:microsoft.com/office/officeart/2008/layout/VerticalCurvedList#2"/>
    <dgm:cxn modelId="{72731221-0150-4328-84D6-AECD319257F1}" srcId="{60D2C3EC-3371-493C-AE83-D6A5E71FC914}" destId="{402511CE-292C-4A59-9F7A-AC00A2ADDEEC}" srcOrd="2" destOrd="0" parTransId="{5FFC3299-280C-4BDE-8301-D6D072670804}" sibTransId="{C100CCCC-2016-4F3D-B8C2-612D5CD55F3F}"/>
    <dgm:cxn modelId="{8B3D247B-F915-4094-AC83-A684206FEF83}" type="presOf" srcId="{60D2C3EC-3371-493C-AE83-D6A5E71FC914}" destId="{46B17152-5AE9-4521-87BE-1BA2092CAE15}" srcOrd="0" destOrd="0" presId="urn:microsoft.com/office/officeart/2008/layout/VerticalCurvedList#2"/>
    <dgm:cxn modelId="{F73BD8BF-C95E-41FC-BC83-B0641D72A8C3}" srcId="{60D2C3EC-3371-493C-AE83-D6A5E71FC914}" destId="{621EF285-3750-40A5-B493-458F0E27A805}" srcOrd="3" destOrd="0" parTransId="{AF133F14-60F8-4232-8367-A0E65BC32E49}" sibTransId="{22A10AB6-2D6C-442A-B1F0-3F550CDBAA9B}"/>
    <dgm:cxn modelId="{47BAF346-18E8-4CD0-B4CE-0E118C35EA46}" type="presOf" srcId="{394DCFA4-19C4-4BBB-938D-1951EE64CF02}" destId="{EC5F8098-BE43-4068-844F-08ADE8B6E49A}" srcOrd="0" destOrd="0" presId="urn:microsoft.com/office/officeart/2008/layout/VerticalCurvedList#2"/>
    <dgm:cxn modelId="{1FFE458F-B734-423F-A93C-AE0758CF11FB}" srcId="{60D2C3EC-3371-493C-AE83-D6A5E71FC914}" destId="{5DE7D097-A149-4EA6-87B5-A300347D3160}" srcOrd="1" destOrd="0" parTransId="{D0809272-972C-4EB5-B31F-4504B0A9F061}" sibTransId="{3D2831BE-CC48-4697-A772-E2EEFE22ACCA}"/>
    <dgm:cxn modelId="{10DA0D05-BE5A-43A2-84C7-C5BD1955A486}" srcId="{60D2C3EC-3371-493C-AE83-D6A5E71FC914}" destId="{9AED8744-5C84-4036-B7AC-90A878BDA281}" srcOrd="0" destOrd="0" parTransId="{86A5CD75-41C2-4C54-A3F5-7B2DB4B442EB}" sibTransId="{394DCFA4-19C4-4BBB-938D-1951EE64CF02}"/>
    <dgm:cxn modelId="{A72245C8-D481-4526-9C74-4BDEAAC0B382}" type="presOf" srcId="{9AED8744-5C84-4036-B7AC-90A878BDA281}" destId="{2E499A5A-6D43-4828-881B-45D9B6D53268}" srcOrd="0" destOrd="0" presId="urn:microsoft.com/office/officeart/2008/layout/VerticalCurvedList#2"/>
    <dgm:cxn modelId="{60153072-1C6C-4430-BB1A-B7F93BCE5EE9}" type="presParOf" srcId="{46B17152-5AE9-4521-87BE-1BA2092CAE15}" destId="{CC351045-5C31-462E-99FF-3D56150BDF68}" srcOrd="0" destOrd="0" presId="urn:microsoft.com/office/officeart/2008/layout/VerticalCurvedList#2"/>
    <dgm:cxn modelId="{903A5A92-BAB3-467A-BE2A-CEA245D884C2}" type="presParOf" srcId="{CC351045-5C31-462E-99FF-3D56150BDF68}" destId="{98A47A44-1977-40CE-A09F-F497E1E067D8}" srcOrd="0" destOrd="0" presId="urn:microsoft.com/office/officeart/2008/layout/VerticalCurvedList#2"/>
    <dgm:cxn modelId="{8E44773F-F087-4C4B-AD11-B6280CC31AA9}" type="presParOf" srcId="{98A47A44-1977-40CE-A09F-F497E1E067D8}" destId="{784C7F98-334C-49B4-AE60-7563CF0BE3FC}" srcOrd="0" destOrd="0" presId="urn:microsoft.com/office/officeart/2008/layout/VerticalCurvedList#2"/>
    <dgm:cxn modelId="{3DCD54C9-5F96-4321-9550-84A76DBD1D89}" type="presParOf" srcId="{98A47A44-1977-40CE-A09F-F497E1E067D8}" destId="{EC5F8098-BE43-4068-844F-08ADE8B6E49A}" srcOrd="1" destOrd="0" presId="urn:microsoft.com/office/officeart/2008/layout/VerticalCurvedList#2"/>
    <dgm:cxn modelId="{93826D86-1F1E-4875-88E8-D03CD3C3CC15}" type="presParOf" srcId="{98A47A44-1977-40CE-A09F-F497E1E067D8}" destId="{B262001E-F556-4F5B-BFA4-240810476D19}" srcOrd="2" destOrd="0" presId="urn:microsoft.com/office/officeart/2008/layout/VerticalCurvedList#2"/>
    <dgm:cxn modelId="{D946F298-FC1C-4C38-BC87-A7FD8BBDF132}" type="presParOf" srcId="{98A47A44-1977-40CE-A09F-F497E1E067D8}" destId="{35C742E0-8711-4F27-B9F6-05F28CB3A732}" srcOrd="3" destOrd="0" presId="urn:microsoft.com/office/officeart/2008/layout/VerticalCurvedList#2"/>
    <dgm:cxn modelId="{2A398480-E633-4158-B304-C200DE4EA871}" type="presParOf" srcId="{CC351045-5C31-462E-99FF-3D56150BDF68}" destId="{2E499A5A-6D43-4828-881B-45D9B6D53268}" srcOrd="1" destOrd="0" presId="urn:microsoft.com/office/officeart/2008/layout/VerticalCurvedList#2"/>
    <dgm:cxn modelId="{198D1E18-D1DC-499D-BE82-44BD4512FD8F}" type="presParOf" srcId="{CC351045-5C31-462E-99FF-3D56150BDF68}" destId="{6F75DF4A-17DA-4412-A89B-148C07B40F0B}" srcOrd="2" destOrd="0" presId="urn:microsoft.com/office/officeart/2008/layout/VerticalCurvedList#2"/>
    <dgm:cxn modelId="{8755E98B-229D-417A-A625-768589441DCA}" type="presParOf" srcId="{6F75DF4A-17DA-4412-A89B-148C07B40F0B}" destId="{76D2F183-2317-496B-B174-28B1B98BFFF0}" srcOrd="0" destOrd="0" presId="urn:microsoft.com/office/officeart/2008/layout/VerticalCurvedList#2"/>
    <dgm:cxn modelId="{36A92075-69BF-4098-83DD-EF6FC324CDDD}" type="presParOf" srcId="{CC351045-5C31-462E-99FF-3D56150BDF68}" destId="{19183C1C-1502-4E8D-B9BC-EDC3592FC8E3}" srcOrd="3" destOrd="0" presId="urn:microsoft.com/office/officeart/2008/layout/VerticalCurvedList#2"/>
    <dgm:cxn modelId="{8977EA7A-E9AB-4370-A48E-BCA5CF773088}" type="presParOf" srcId="{CC351045-5C31-462E-99FF-3D56150BDF68}" destId="{5421B2AC-6D4F-4B22-82FF-87FAFBEE3713}" srcOrd="4" destOrd="0" presId="urn:microsoft.com/office/officeart/2008/layout/VerticalCurvedList#2"/>
    <dgm:cxn modelId="{A48ACF68-D8AD-40C4-B85B-E1D6EA7E7DD2}" type="presParOf" srcId="{5421B2AC-6D4F-4B22-82FF-87FAFBEE3713}" destId="{BF4D2421-0114-4FE4-840A-4FFABA99FCBC}" srcOrd="0" destOrd="0" presId="urn:microsoft.com/office/officeart/2008/layout/VerticalCurvedList#2"/>
    <dgm:cxn modelId="{38E4305C-1557-4BCD-83EF-8E94D6847B59}" type="presParOf" srcId="{CC351045-5C31-462E-99FF-3D56150BDF68}" destId="{A749EE75-9CE3-474A-8D11-B915F64D830C}" srcOrd="5" destOrd="0" presId="urn:microsoft.com/office/officeart/2008/layout/VerticalCurvedList#2"/>
    <dgm:cxn modelId="{7752490E-89E7-447B-B753-51CAEDA7DABC}" type="presParOf" srcId="{CC351045-5C31-462E-99FF-3D56150BDF68}" destId="{D2B05A99-1CE8-4496-AAA3-B043AA7F40F2}" srcOrd="6" destOrd="0" presId="urn:microsoft.com/office/officeart/2008/layout/VerticalCurvedList#2"/>
    <dgm:cxn modelId="{2CE916B2-8956-4EA0-B003-3071410A5236}" type="presParOf" srcId="{D2B05A99-1CE8-4496-AAA3-B043AA7F40F2}" destId="{77124EDE-5F18-4ACD-8B07-84DE72E58100}" srcOrd="0" destOrd="0" presId="urn:microsoft.com/office/officeart/2008/layout/VerticalCurvedList#2"/>
    <dgm:cxn modelId="{6981B51B-061A-4E1A-9DFF-CD67FCB3069D}" type="presParOf" srcId="{CC351045-5C31-462E-99FF-3D56150BDF68}" destId="{998E3ADA-386F-431F-B057-27AAA1C0EA3A}" srcOrd="7" destOrd="0" presId="urn:microsoft.com/office/officeart/2008/layout/VerticalCurvedList#2"/>
    <dgm:cxn modelId="{10786144-633F-40E0-BE09-0A7E4F8E4B05}" type="presParOf" srcId="{CC351045-5C31-462E-99FF-3D56150BDF68}" destId="{09CA2CB2-EF48-4739-ABEF-97326E459F46}" srcOrd="8" destOrd="0" presId="urn:microsoft.com/office/officeart/2008/layout/VerticalCurvedList#2"/>
    <dgm:cxn modelId="{AC2F16C0-51EB-4979-8AAA-3BDB4FE67749}" type="presParOf" srcId="{09CA2CB2-EF48-4739-ABEF-97326E459F46}" destId="{3B3B3AAC-C0E5-4888-A1DC-9C0F5F401035}" srcOrd="0" destOrd="0" presId="urn:microsoft.com/office/officeart/2008/layout/VerticalCurved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88FB05-38E5-4F64-BA19-B97D1960BEF9}" type="doc">
      <dgm:prSet loTypeId="urn:microsoft.com/office/officeart/2005/8/layout/target3" loCatId="list" qsTypeId="urn:microsoft.com/office/officeart/2005/8/quickstyle/simple1#5" qsCatId="simple" csTypeId="urn:microsoft.com/office/officeart/2005/8/colors/accent1_2#8" csCatId="accent1" phldr="1"/>
      <dgm:spPr/>
      <dgm:t>
        <a:bodyPr/>
        <a:lstStyle/>
        <a:p>
          <a:endParaRPr lang="zh-CN" altLang="en-US"/>
        </a:p>
      </dgm:t>
    </dgm:pt>
    <dgm:pt modelId="{8D4E46AA-0BBD-4FF7-B9DC-772C857CC5D9}">
      <dgm:prSet/>
      <dgm:spPr/>
      <dgm:t>
        <a:bodyPr/>
        <a:lstStyle/>
        <a:p>
          <a:pPr algn="l" rtl="0"/>
          <a:r>
            <a:rPr lang="en-US" dirty="0" smtClean="0"/>
            <a:t>1</a:t>
          </a:r>
          <a:r>
            <a:rPr lang="en-US" dirty="0" smtClean="0"/>
            <a:t>.</a:t>
          </a:r>
          <a:r>
            <a:rPr lang="zh-CN" dirty="0" smtClean="0"/>
            <a:t> 选择</a:t>
          </a:r>
          <a:r>
            <a:rPr lang="zh-CN" dirty="0" smtClean="0"/>
            <a:t>“仿制图章工具” </a:t>
          </a:r>
          <a:r>
            <a:rPr lang="zh-CN" dirty="0" smtClean="0"/>
            <a:t>，选择</a:t>
          </a:r>
          <a:r>
            <a:rPr lang="zh-CN" dirty="0" smtClean="0"/>
            <a:t>“像素”为“</a:t>
          </a:r>
          <a:r>
            <a:rPr lang="en-US" dirty="0" smtClean="0"/>
            <a:t>60</a:t>
          </a:r>
          <a:r>
            <a:rPr lang="zh-CN" dirty="0" smtClean="0"/>
            <a:t>”，“硬度”为“</a:t>
          </a:r>
          <a:r>
            <a:rPr lang="en-US" dirty="0" smtClean="0"/>
            <a:t>30%</a:t>
          </a:r>
          <a:r>
            <a:rPr lang="zh-CN" dirty="0" smtClean="0"/>
            <a:t>”的画笔。</a:t>
          </a:r>
          <a:endParaRPr lang="zh-CN" dirty="0"/>
        </a:p>
      </dgm:t>
    </dgm:pt>
    <dgm:pt modelId="{1127113E-5591-4194-AF29-FF9C128D2891}" type="parTrans" cxnId="{04876C3F-9239-41F2-AE50-8FDCDD8B266C}">
      <dgm:prSet/>
      <dgm:spPr/>
      <dgm:t>
        <a:bodyPr/>
        <a:lstStyle/>
        <a:p>
          <a:endParaRPr lang="zh-CN" altLang="en-US"/>
        </a:p>
      </dgm:t>
    </dgm:pt>
    <dgm:pt modelId="{2F7D794E-06C0-474C-9543-1A4297D0C8BB}" type="sibTrans" cxnId="{04876C3F-9239-41F2-AE50-8FDCDD8B266C}">
      <dgm:prSet/>
      <dgm:spPr/>
      <dgm:t>
        <a:bodyPr/>
        <a:lstStyle/>
        <a:p>
          <a:endParaRPr lang="zh-CN" altLang="en-US"/>
        </a:p>
      </dgm:t>
    </dgm:pt>
    <dgm:pt modelId="{1959DC49-2864-4551-B0D9-67F0F5F6D5FB}">
      <dgm:prSet/>
      <dgm:spPr/>
      <dgm:t>
        <a:bodyPr/>
        <a:lstStyle/>
        <a:p>
          <a:pPr algn="l" rtl="0"/>
          <a:r>
            <a:rPr lang="en-US" altLang="zh-CN" dirty="0" smtClean="0"/>
            <a:t>2.</a:t>
          </a:r>
          <a:r>
            <a:rPr lang="zh-CN" dirty="0" smtClean="0"/>
            <a:t>在靠近叶尖的红色区域，按住</a:t>
          </a:r>
          <a:r>
            <a:rPr lang="en-US" dirty="0" smtClean="0"/>
            <a:t>Alt</a:t>
          </a:r>
          <a:r>
            <a:rPr lang="zh-CN" dirty="0" smtClean="0"/>
            <a:t>键选择一个源点单击。</a:t>
          </a:r>
          <a:endParaRPr lang="zh-CN" dirty="0"/>
        </a:p>
      </dgm:t>
    </dgm:pt>
    <dgm:pt modelId="{918DAEA7-59D0-4C39-8792-C58210FEE32D}" type="parTrans" cxnId="{B2F7DA67-7298-4853-8269-84C09DC50E6E}">
      <dgm:prSet/>
      <dgm:spPr/>
      <dgm:t>
        <a:bodyPr/>
        <a:lstStyle/>
        <a:p>
          <a:endParaRPr lang="zh-CN" altLang="en-US"/>
        </a:p>
      </dgm:t>
    </dgm:pt>
    <dgm:pt modelId="{AE61F551-E0F6-4496-9B02-1D423D75F2A8}" type="sibTrans" cxnId="{B2F7DA67-7298-4853-8269-84C09DC50E6E}">
      <dgm:prSet/>
      <dgm:spPr/>
      <dgm:t>
        <a:bodyPr/>
        <a:lstStyle/>
        <a:p>
          <a:endParaRPr lang="zh-CN" altLang="en-US"/>
        </a:p>
      </dgm:t>
    </dgm:pt>
    <dgm:pt modelId="{423B6CBE-E82A-4EFF-81EF-7A9AFEFEFC4F}">
      <dgm:prSet/>
      <dgm:spPr/>
      <dgm:t>
        <a:bodyPr/>
        <a:lstStyle/>
        <a:p>
          <a:pPr algn="l" rtl="0"/>
          <a:r>
            <a:rPr lang="en-US" altLang="zh-CN" dirty="0" smtClean="0"/>
            <a:t>3.</a:t>
          </a:r>
          <a:r>
            <a:rPr lang="zh-CN" dirty="0" smtClean="0"/>
            <a:t>点击需要修补的区域对图片进行修复。</a:t>
          </a:r>
          <a:endParaRPr lang="zh-CN" dirty="0"/>
        </a:p>
      </dgm:t>
    </dgm:pt>
    <dgm:pt modelId="{D158A9A5-3954-465C-831A-233D5AE09B26}" type="parTrans" cxnId="{38F128D8-12B6-48B0-9D7A-A94D4C004C15}">
      <dgm:prSet/>
      <dgm:spPr/>
      <dgm:t>
        <a:bodyPr/>
        <a:lstStyle/>
        <a:p>
          <a:endParaRPr lang="zh-CN" altLang="en-US"/>
        </a:p>
      </dgm:t>
    </dgm:pt>
    <dgm:pt modelId="{13F67A04-5BF8-4645-A3B7-AA7AD4DBCE7E}" type="sibTrans" cxnId="{38F128D8-12B6-48B0-9D7A-A94D4C004C15}">
      <dgm:prSet/>
      <dgm:spPr/>
      <dgm:t>
        <a:bodyPr/>
        <a:lstStyle/>
        <a:p>
          <a:endParaRPr lang="zh-CN" altLang="en-US"/>
        </a:p>
      </dgm:t>
    </dgm:pt>
    <dgm:pt modelId="{91B716A1-C211-4D10-B63F-4376F4BB6418}">
      <dgm:prSet/>
      <dgm:spPr/>
      <dgm:t>
        <a:bodyPr/>
        <a:lstStyle/>
        <a:p>
          <a:pPr algn="l" rtl="0"/>
          <a:r>
            <a:rPr lang="en-US" altLang="zh-CN" dirty="0" smtClean="0"/>
            <a:t>4.</a:t>
          </a:r>
          <a:r>
            <a:rPr lang="zh-CN" dirty="0" smtClean="0"/>
            <a:t>利用</a:t>
          </a:r>
          <a:r>
            <a:rPr lang="zh-CN" dirty="0" smtClean="0"/>
            <a:t>“仿制图章工具”修补区域，最后修补的效果</a:t>
          </a:r>
          <a:r>
            <a:rPr lang="zh-CN" altLang="en-US" dirty="0" smtClean="0"/>
            <a:t>。</a:t>
          </a:r>
          <a:endParaRPr lang="zh-CN" dirty="0"/>
        </a:p>
      </dgm:t>
    </dgm:pt>
    <dgm:pt modelId="{7A0A3F91-A536-425B-8B24-DF7409BD77D8}" type="parTrans" cxnId="{014F827B-10FA-4494-939B-CA0A4581B10D}">
      <dgm:prSet/>
      <dgm:spPr/>
      <dgm:t>
        <a:bodyPr/>
        <a:lstStyle/>
        <a:p>
          <a:endParaRPr lang="zh-CN" altLang="en-US"/>
        </a:p>
      </dgm:t>
    </dgm:pt>
    <dgm:pt modelId="{735312D6-D964-4006-9BEF-2AE94624891C}" type="sibTrans" cxnId="{014F827B-10FA-4494-939B-CA0A4581B10D}">
      <dgm:prSet/>
      <dgm:spPr/>
      <dgm:t>
        <a:bodyPr/>
        <a:lstStyle/>
        <a:p>
          <a:endParaRPr lang="zh-CN" altLang="en-US"/>
        </a:p>
      </dgm:t>
    </dgm:pt>
    <dgm:pt modelId="{81554BA4-65FE-4AF6-B682-3E7315883098}" type="pres">
      <dgm:prSet presAssocID="{7888FB05-38E5-4F64-BA19-B97D1960BEF9}" presName="Name0" presStyleCnt="0">
        <dgm:presLayoutVars>
          <dgm:chMax val="7"/>
          <dgm:dir/>
          <dgm:animLvl val="lvl"/>
          <dgm:resizeHandles val="exact"/>
        </dgm:presLayoutVars>
      </dgm:prSet>
      <dgm:spPr/>
      <dgm:t>
        <a:bodyPr/>
        <a:lstStyle/>
        <a:p>
          <a:endParaRPr lang="zh-CN" altLang="en-US"/>
        </a:p>
      </dgm:t>
    </dgm:pt>
    <dgm:pt modelId="{D630FDCE-D2F5-4288-8144-A3FAA05F429D}" type="pres">
      <dgm:prSet presAssocID="{8D4E46AA-0BBD-4FF7-B9DC-772C857CC5D9}" presName="circle1" presStyleLbl="node1" presStyleIdx="0" presStyleCnt="4" custScaleX="68535" custScaleY="118683"/>
      <dgm:spPr/>
    </dgm:pt>
    <dgm:pt modelId="{4167C19B-6994-4247-9116-FD66B3E4CE3D}" type="pres">
      <dgm:prSet presAssocID="{8D4E46AA-0BBD-4FF7-B9DC-772C857CC5D9}" presName="space" presStyleCnt="0"/>
      <dgm:spPr/>
    </dgm:pt>
    <dgm:pt modelId="{469477B3-8F28-4429-A48B-032C93A20B2C}" type="pres">
      <dgm:prSet presAssocID="{8D4E46AA-0BBD-4FF7-B9DC-772C857CC5D9}" presName="rect1" presStyleLbl="alignAcc1" presStyleIdx="0" presStyleCnt="4" custScaleY="116980"/>
      <dgm:spPr/>
      <dgm:t>
        <a:bodyPr/>
        <a:lstStyle/>
        <a:p>
          <a:endParaRPr lang="zh-CN" altLang="en-US"/>
        </a:p>
      </dgm:t>
    </dgm:pt>
    <dgm:pt modelId="{76C6A3F1-6E8E-4638-8B46-D83DA46B1EDF}" type="pres">
      <dgm:prSet presAssocID="{1959DC49-2864-4551-B0D9-67F0F5F6D5FB}" presName="vertSpace2" presStyleLbl="node1" presStyleIdx="0" presStyleCnt="4"/>
      <dgm:spPr/>
    </dgm:pt>
    <dgm:pt modelId="{66109F1F-9658-4539-8DD1-9B3623AF7F7A}" type="pres">
      <dgm:prSet presAssocID="{1959DC49-2864-4551-B0D9-67F0F5F6D5FB}" presName="circle2" presStyleLbl="node1" presStyleIdx="1" presStyleCnt="4" custScaleX="58587" custScaleY="101456"/>
      <dgm:spPr/>
    </dgm:pt>
    <dgm:pt modelId="{6584927A-7F94-4994-8E7A-E76CF358A580}" type="pres">
      <dgm:prSet presAssocID="{1959DC49-2864-4551-B0D9-67F0F5F6D5FB}" presName="rect2" presStyleLbl="alignAcc1" presStyleIdx="1" presStyleCnt="4" custLinFactNeighborX="1797" custLinFactNeighborY="-1811"/>
      <dgm:spPr/>
      <dgm:t>
        <a:bodyPr/>
        <a:lstStyle/>
        <a:p>
          <a:endParaRPr lang="zh-CN" altLang="en-US"/>
        </a:p>
      </dgm:t>
    </dgm:pt>
    <dgm:pt modelId="{32968F1B-B82B-4E10-8DDA-4DCFE1B4752A}" type="pres">
      <dgm:prSet presAssocID="{423B6CBE-E82A-4EFF-81EF-7A9AFEFEFC4F}" presName="vertSpace3" presStyleLbl="node1" presStyleIdx="1" presStyleCnt="4"/>
      <dgm:spPr/>
    </dgm:pt>
    <dgm:pt modelId="{726E4598-0587-4C30-85F7-55166D11658B}" type="pres">
      <dgm:prSet presAssocID="{423B6CBE-E82A-4EFF-81EF-7A9AFEFEFC4F}" presName="circle3" presStyleLbl="node1" presStyleIdx="2" presStyleCnt="4" custScaleX="58587" custScaleY="101456"/>
      <dgm:spPr/>
    </dgm:pt>
    <dgm:pt modelId="{8DCCDE7C-41AB-4E66-881B-BD08BC8D1DA0}" type="pres">
      <dgm:prSet presAssocID="{423B6CBE-E82A-4EFF-81EF-7A9AFEFEFC4F}" presName="rect3" presStyleLbl="alignAcc1" presStyleIdx="2" presStyleCnt="4"/>
      <dgm:spPr/>
      <dgm:t>
        <a:bodyPr/>
        <a:lstStyle/>
        <a:p>
          <a:endParaRPr lang="zh-CN" altLang="en-US"/>
        </a:p>
      </dgm:t>
    </dgm:pt>
    <dgm:pt modelId="{7B2A7D96-B229-4845-A23B-132A9D19D5BD}" type="pres">
      <dgm:prSet presAssocID="{91B716A1-C211-4D10-B63F-4376F4BB6418}" presName="vertSpace4" presStyleLbl="node1" presStyleIdx="2" presStyleCnt="4"/>
      <dgm:spPr/>
    </dgm:pt>
    <dgm:pt modelId="{544AEBD1-93ED-4E6B-B789-48BD5F70706C}" type="pres">
      <dgm:prSet presAssocID="{91B716A1-C211-4D10-B63F-4376F4BB6418}" presName="circle4" presStyleLbl="node1" presStyleIdx="3" presStyleCnt="4" custScaleX="58587" custScaleY="101456"/>
      <dgm:spPr/>
    </dgm:pt>
    <dgm:pt modelId="{44166412-0E45-49A7-B0DB-5A5F1FCF18CC}" type="pres">
      <dgm:prSet presAssocID="{91B716A1-C211-4D10-B63F-4376F4BB6418}" presName="rect4" presStyleLbl="alignAcc1" presStyleIdx="3" presStyleCnt="4"/>
      <dgm:spPr/>
      <dgm:t>
        <a:bodyPr/>
        <a:lstStyle/>
        <a:p>
          <a:endParaRPr lang="zh-CN" altLang="en-US"/>
        </a:p>
      </dgm:t>
    </dgm:pt>
    <dgm:pt modelId="{7C960916-7E9D-4308-9BC8-026A6E19705E}" type="pres">
      <dgm:prSet presAssocID="{8D4E46AA-0BBD-4FF7-B9DC-772C857CC5D9}" presName="rect1ParTxNoCh" presStyleLbl="alignAcc1" presStyleIdx="3" presStyleCnt="4">
        <dgm:presLayoutVars>
          <dgm:chMax val="1"/>
          <dgm:bulletEnabled val="1"/>
        </dgm:presLayoutVars>
      </dgm:prSet>
      <dgm:spPr/>
      <dgm:t>
        <a:bodyPr/>
        <a:lstStyle/>
        <a:p>
          <a:endParaRPr lang="zh-CN" altLang="en-US"/>
        </a:p>
      </dgm:t>
    </dgm:pt>
    <dgm:pt modelId="{1545988D-45AE-4C81-B49F-D93003C92AC1}" type="pres">
      <dgm:prSet presAssocID="{1959DC49-2864-4551-B0D9-67F0F5F6D5FB}" presName="rect2ParTxNoCh" presStyleLbl="alignAcc1" presStyleIdx="3" presStyleCnt="4">
        <dgm:presLayoutVars>
          <dgm:chMax val="1"/>
          <dgm:bulletEnabled val="1"/>
        </dgm:presLayoutVars>
      </dgm:prSet>
      <dgm:spPr/>
      <dgm:t>
        <a:bodyPr/>
        <a:lstStyle/>
        <a:p>
          <a:endParaRPr lang="zh-CN" altLang="en-US"/>
        </a:p>
      </dgm:t>
    </dgm:pt>
    <dgm:pt modelId="{342E08F4-BD7C-4E77-9BC4-F47288EC8196}" type="pres">
      <dgm:prSet presAssocID="{423B6CBE-E82A-4EFF-81EF-7A9AFEFEFC4F}" presName="rect3ParTxNoCh" presStyleLbl="alignAcc1" presStyleIdx="3" presStyleCnt="4">
        <dgm:presLayoutVars>
          <dgm:chMax val="1"/>
          <dgm:bulletEnabled val="1"/>
        </dgm:presLayoutVars>
      </dgm:prSet>
      <dgm:spPr/>
      <dgm:t>
        <a:bodyPr/>
        <a:lstStyle/>
        <a:p>
          <a:endParaRPr lang="zh-CN" altLang="en-US"/>
        </a:p>
      </dgm:t>
    </dgm:pt>
    <dgm:pt modelId="{09C04EE5-8BC8-498E-A1D3-E5B98E0E02DD}" type="pres">
      <dgm:prSet presAssocID="{91B716A1-C211-4D10-B63F-4376F4BB6418}" presName="rect4ParTxNoCh" presStyleLbl="alignAcc1" presStyleIdx="3" presStyleCnt="4">
        <dgm:presLayoutVars>
          <dgm:chMax val="1"/>
          <dgm:bulletEnabled val="1"/>
        </dgm:presLayoutVars>
      </dgm:prSet>
      <dgm:spPr/>
      <dgm:t>
        <a:bodyPr/>
        <a:lstStyle/>
        <a:p>
          <a:endParaRPr lang="zh-CN" altLang="en-US"/>
        </a:p>
      </dgm:t>
    </dgm:pt>
  </dgm:ptLst>
  <dgm:cxnLst>
    <dgm:cxn modelId="{B2F7DA67-7298-4853-8269-84C09DC50E6E}" srcId="{7888FB05-38E5-4F64-BA19-B97D1960BEF9}" destId="{1959DC49-2864-4551-B0D9-67F0F5F6D5FB}" srcOrd="1" destOrd="0" parTransId="{918DAEA7-59D0-4C39-8792-C58210FEE32D}" sibTransId="{AE61F551-E0F6-4496-9B02-1D423D75F2A8}"/>
    <dgm:cxn modelId="{38F128D8-12B6-48B0-9D7A-A94D4C004C15}" srcId="{7888FB05-38E5-4F64-BA19-B97D1960BEF9}" destId="{423B6CBE-E82A-4EFF-81EF-7A9AFEFEFC4F}" srcOrd="2" destOrd="0" parTransId="{D158A9A5-3954-465C-831A-233D5AE09B26}" sibTransId="{13F67A04-5BF8-4645-A3B7-AA7AD4DBCE7E}"/>
    <dgm:cxn modelId="{D88278A6-5AD8-49E1-9866-C67B28FDF02A}" type="presOf" srcId="{1959DC49-2864-4551-B0D9-67F0F5F6D5FB}" destId="{6584927A-7F94-4994-8E7A-E76CF358A580}" srcOrd="0" destOrd="0" presId="urn:microsoft.com/office/officeart/2005/8/layout/target3"/>
    <dgm:cxn modelId="{1615A75B-79DE-46AA-99A4-CBDAF0375E89}" type="presOf" srcId="{8D4E46AA-0BBD-4FF7-B9DC-772C857CC5D9}" destId="{469477B3-8F28-4429-A48B-032C93A20B2C}" srcOrd="0" destOrd="0" presId="urn:microsoft.com/office/officeart/2005/8/layout/target3"/>
    <dgm:cxn modelId="{04876C3F-9239-41F2-AE50-8FDCDD8B266C}" srcId="{7888FB05-38E5-4F64-BA19-B97D1960BEF9}" destId="{8D4E46AA-0BBD-4FF7-B9DC-772C857CC5D9}" srcOrd="0" destOrd="0" parTransId="{1127113E-5591-4194-AF29-FF9C128D2891}" sibTransId="{2F7D794E-06C0-474C-9543-1A4297D0C8BB}"/>
    <dgm:cxn modelId="{48FD4697-CFE8-4825-AB18-BF1CD131F272}" type="presOf" srcId="{91B716A1-C211-4D10-B63F-4376F4BB6418}" destId="{09C04EE5-8BC8-498E-A1D3-E5B98E0E02DD}" srcOrd="1" destOrd="0" presId="urn:microsoft.com/office/officeart/2005/8/layout/target3"/>
    <dgm:cxn modelId="{C21D890E-408A-40E4-95A3-4E27D37D6E3B}" type="presOf" srcId="{7888FB05-38E5-4F64-BA19-B97D1960BEF9}" destId="{81554BA4-65FE-4AF6-B682-3E7315883098}" srcOrd="0" destOrd="0" presId="urn:microsoft.com/office/officeart/2005/8/layout/target3"/>
    <dgm:cxn modelId="{EF55619C-CFDA-4565-8488-CD908741C5DC}" type="presOf" srcId="{91B716A1-C211-4D10-B63F-4376F4BB6418}" destId="{44166412-0E45-49A7-B0DB-5A5F1FCF18CC}" srcOrd="0" destOrd="0" presId="urn:microsoft.com/office/officeart/2005/8/layout/target3"/>
    <dgm:cxn modelId="{14A1CFD5-C24D-4F6F-8305-72D28DAB8D6E}" type="presOf" srcId="{423B6CBE-E82A-4EFF-81EF-7A9AFEFEFC4F}" destId="{342E08F4-BD7C-4E77-9BC4-F47288EC8196}" srcOrd="1" destOrd="0" presId="urn:microsoft.com/office/officeart/2005/8/layout/target3"/>
    <dgm:cxn modelId="{97DB6253-567D-4FAA-81A3-7CC17D72AE61}" type="presOf" srcId="{423B6CBE-E82A-4EFF-81EF-7A9AFEFEFC4F}" destId="{8DCCDE7C-41AB-4E66-881B-BD08BC8D1DA0}" srcOrd="0" destOrd="0" presId="urn:microsoft.com/office/officeart/2005/8/layout/target3"/>
    <dgm:cxn modelId="{779C1A99-136C-4F0F-BA4B-A7D823264F18}" type="presOf" srcId="{8D4E46AA-0BBD-4FF7-B9DC-772C857CC5D9}" destId="{7C960916-7E9D-4308-9BC8-026A6E19705E}" srcOrd="1" destOrd="0" presId="urn:microsoft.com/office/officeart/2005/8/layout/target3"/>
    <dgm:cxn modelId="{0FA2CD31-ADDB-4579-98D9-AEA7AB5CA6EC}" type="presOf" srcId="{1959DC49-2864-4551-B0D9-67F0F5F6D5FB}" destId="{1545988D-45AE-4C81-B49F-D93003C92AC1}" srcOrd="1" destOrd="0" presId="urn:microsoft.com/office/officeart/2005/8/layout/target3"/>
    <dgm:cxn modelId="{014F827B-10FA-4494-939B-CA0A4581B10D}" srcId="{7888FB05-38E5-4F64-BA19-B97D1960BEF9}" destId="{91B716A1-C211-4D10-B63F-4376F4BB6418}" srcOrd="3" destOrd="0" parTransId="{7A0A3F91-A536-425B-8B24-DF7409BD77D8}" sibTransId="{735312D6-D964-4006-9BEF-2AE94624891C}"/>
    <dgm:cxn modelId="{67DAB743-AF64-477A-BEAC-000778C54F8F}" type="presParOf" srcId="{81554BA4-65FE-4AF6-B682-3E7315883098}" destId="{D630FDCE-D2F5-4288-8144-A3FAA05F429D}" srcOrd="0" destOrd="0" presId="urn:microsoft.com/office/officeart/2005/8/layout/target3"/>
    <dgm:cxn modelId="{233A9341-58C7-493E-B12C-58D601ED09C4}" type="presParOf" srcId="{81554BA4-65FE-4AF6-B682-3E7315883098}" destId="{4167C19B-6994-4247-9116-FD66B3E4CE3D}" srcOrd="1" destOrd="0" presId="urn:microsoft.com/office/officeart/2005/8/layout/target3"/>
    <dgm:cxn modelId="{9255F05C-0663-416F-8A25-7C6946C37DF7}" type="presParOf" srcId="{81554BA4-65FE-4AF6-B682-3E7315883098}" destId="{469477B3-8F28-4429-A48B-032C93A20B2C}" srcOrd="2" destOrd="0" presId="urn:microsoft.com/office/officeart/2005/8/layout/target3"/>
    <dgm:cxn modelId="{EB00CFF7-ACEF-40E9-93EF-6D1D48311025}" type="presParOf" srcId="{81554BA4-65FE-4AF6-B682-3E7315883098}" destId="{76C6A3F1-6E8E-4638-8B46-D83DA46B1EDF}" srcOrd="3" destOrd="0" presId="urn:microsoft.com/office/officeart/2005/8/layout/target3"/>
    <dgm:cxn modelId="{6F1F067D-2D51-416C-BF75-2D566E0EB5A3}" type="presParOf" srcId="{81554BA4-65FE-4AF6-B682-3E7315883098}" destId="{66109F1F-9658-4539-8DD1-9B3623AF7F7A}" srcOrd="4" destOrd="0" presId="urn:microsoft.com/office/officeart/2005/8/layout/target3"/>
    <dgm:cxn modelId="{B9753CD6-6B8B-4E0E-BA32-B61B40887AA2}" type="presParOf" srcId="{81554BA4-65FE-4AF6-B682-3E7315883098}" destId="{6584927A-7F94-4994-8E7A-E76CF358A580}" srcOrd="5" destOrd="0" presId="urn:microsoft.com/office/officeart/2005/8/layout/target3"/>
    <dgm:cxn modelId="{39212C6E-FE27-4994-AB72-2904C19DF898}" type="presParOf" srcId="{81554BA4-65FE-4AF6-B682-3E7315883098}" destId="{32968F1B-B82B-4E10-8DDA-4DCFE1B4752A}" srcOrd="6" destOrd="0" presId="urn:microsoft.com/office/officeart/2005/8/layout/target3"/>
    <dgm:cxn modelId="{396B89A0-3B2B-4EFA-9EA1-D8ADAA2F1DE2}" type="presParOf" srcId="{81554BA4-65FE-4AF6-B682-3E7315883098}" destId="{726E4598-0587-4C30-85F7-55166D11658B}" srcOrd="7" destOrd="0" presId="urn:microsoft.com/office/officeart/2005/8/layout/target3"/>
    <dgm:cxn modelId="{16D2024F-404A-4786-A703-6E88C7EA7721}" type="presParOf" srcId="{81554BA4-65FE-4AF6-B682-3E7315883098}" destId="{8DCCDE7C-41AB-4E66-881B-BD08BC8D1DA0}" srcOrd="8" destOrd="0" presId="urn:microsoft.com/office/officeart/2005/8/layout/target3"/>
    <dgm:cxn modelId="{CBB002A0-182A-431D-8593-725D6F975981}" type="presParOf" srcId="{81554BA4-65FE-4AF6-B682-3E7315883098}" destId="{7B2A7D96-B229-4845-A23B-132A9D19D5BD}" srcOrd="9" destOrd="0" presId="urn:microsoft.com/office/officeart/2005/8/layout/target3"/>
    <dgm:cxn modelId="{E6CCBE4C-3F44-44F0-86BA-11CBE1B0AB27}" type="presParOf" srcId="{81554BA4-65FE-4AF6-B682-3E7315883098}" destId="{544AEBD1-93ED-4E6B-B789-48BD5F70706C}" srcOrd="10" destOrd="0" presId="urn:microsoft.com/office/officeart/2005/8/layout/target3"/>
    <dgm:cxn modelId="{0693035E-A936-49B6-ACA8-E3796C9CF958}" type="presParOf" srcId="{81554BA4-65FE-4AF6-B682-3E7315883098}" destId="{44166412-0E45-49A7-B0DB-5A5F1FCF18CC}" srcOrd="11" destOrd="0" presId="urn:microsoft.com/office/officeart/2005/8/layout/target3"/>
    <dgm:cxn modelId="{A48A2C2C-B5DC-40F6-8D2D-5C87D9A6C7BB}" type="presParOf" srcId="{81554BA4-65FE-4AF6-B682-3E7315883098}" destId="{7C960916-7E9D-4308-9BC8-026A6E19705E}" srcOrd="12" destOrd="0" presId="urn:microsoft.com/office/officeart/2005/8/layout/target3"/>
    <dgm:cxn modelId="{7B836F9C-88A1-4F7A-B226-A4F4ADBF4E1D}" type="presParOf" srcId="{81554BA4-65FE-4AF6-B682-3E7315883098}" destId="{1545988D-45AE-4C81-B49F-D93003C92AC1}" srcOrd="13" destOrd="0" presId="urn:microsoft.com/office/officeart/2005/8/layout/target3"/>
    <dgm:cxn modelId="{60DC4E3D-3302-44B1-AB3A-80E8B300E03E}" type="presParOf" srcId="{81554BA4-65FE-4AF6-B682-3E7315883098}" destId="{342E08F4-BD7C-4E77-9BC4-F47288EC8196}" srcOrd="14" destOrd="0" presId="urn:microsoft.com/office/officeart/2005/8/layout/target3"/>
    <dgm:cxn modelId="{AFF65794-F4F6-4E5B-9130-9FFD9D3EC675}" type="presParOf" srcId="{81554BA4-65FE-4AF6-B682-3E7315883098}" destId="{09C04EE5-8BC8-498E-A1D3-E5B98E0E02DD}" srcOrd="15"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94846C5-1464-4A4E-8E6C-7D47620ED6FE}" type="doc">
      <dgm:prSet loTypeId="urn:microsoft.com/office/officeart/2008/layout/VerticalCurvedList#3" loCatId="list" qsTypeId="urn:microsoft.com/office/officeart/2005/8/quickstyle/simple1#4" qsCatId="simple" csTypeId="urn:microsoft.com/office/officeart/2005/8/colors/accent1_2#7" csCatId="accent1" phldr="1"/>
      <dgm:spPr/>
      <dgm:t>
        <a:bodyPr/>
        <a:lstStyle/>
        <a:p>
          <a:endParaRPr lang="zh-CN" altLang="en-US"/>
        </a:p>
      </dgm:t>
    </dgm:pt>
    <dgm:pt modelId="{E73D2FF6-9AD3-41C5-8957-2B189D896FC0}">
      <dgm:prSet custT="1"/>
      <dgm:spPr/>
      <dgm:t>
        <a:bodyPr/>
        <a:lstStyle/>
        <a:p>
          <a:pPr rtl="0"/>
          <a:r>
            <a:rPr lang="en-US" altLang="zh-CN" sz="2000" dirty="0" smtClean="0"/>
            <a:t>1.</a:t>
          </a:r>
          <a:r>
            <a:rPr lang="zh-CN" sz="2000" dirty="0" smtClean="0"/>
            <a:t>观察图片中手指区域，在扫描过程中形成了小的白点。</a:t>
          </a:r>
          <a:endParaRPr lang="zh-CN" altLang="en-US" sz="2000" dirty="0"/>
        </a:p>
      </dgm:t>
    </dgm:pt>
    <dgm:pt modelId="{54D84B6D-BBBF-415A-B718-02FF4E3E6EC4}" type="parTrans" cxnId="{B3187883-7D65-4609-9E83-F5CC5C479887}">
      <dgm:prSet/>
      <dgm:spPr/>
      <dgm:t>
        <a:bodyPr/>
        <a:lstStyle/>
        <a:p>
          <a:endParaRPr lang="zh-CN" altLang="en-US"/>
        </a:p>
      </dgm:t>
    </dgm:pt>
    <dgm:pt modelId="{79F11C38-B99F-44E8-A7F5-C7068E9D2CC0}" type="sibTrans" cxnId="{B3187883-7D65-4609-9E83-F5CC5C479887}">
      <dgm:prSet/>
      <dgm:spPr/>
      <dgm:t>
        <a:bodyPr/>
        <a:lstStyle/>
        <a:p>
          <a:endParaRPr lang="zh-CN" altLang="en-US"/>
        </a:p>
      </dgm:t>
    </dgm:pt>
    <dgm:pt modelId="{45839F97-6D16-4156-A435-19137DCC8E1C}">
      <dgm:prSet custT="1"/>
      <dgm:spPr/>
      <dgm:t>
        <a:bodyPr/>
        <a:lstStyle/>
        <a:p>
          <a:pPr rtl="0"/>
          <a:r>
            <a:rPr lang="en-US" altLang="zh-CN" sz="2000" dirty="0" smtClean="0"/>
            <a:t>2.</a:t>
          </a:r>
          <a:r>
            <a:rPr lang="zh-CN" sz="2000" dirty="0" smtClean="0"/>
            <a:t>选择“滤镜”</a:t>
          </a:r>
          <a:r>
            <a:rPr lang="en-US" sz="2000" dirty="0" smtClean="0"/>
            <a:t> &gt; </a:t>
          </a:r>
          <a:r>
            <a:rPr lang="zh-CN" sz="2000" dirty="0" smtClean="0"/>
            <a:t>“杂色”</a:t>
          </a:r>
          <a:r>
            <a:rPr lang="en-US" sz="2000" dirty="0" smtClean="0"/>
            <a:t> &gt; </a:t>
          </a:r>
          <a:r>
            <a:rPr lang="zh-CN" sz="2000" dirty="0" smtClean="0"/>
            <a:t>“蒙尘与划痕”</a:t>
          </a:r>
          <a:r>
            <a:rPr lang="zh-CN" sz="2000" dirty="0" smtClean="0">
              <a:latin typeface="+mn-ea"/>
              <a:ea typeface="+mn-ea"/>
            </a:rPr>
            <a:t>。</a:t>
          </a:r>
          <a:endParaRPr lang="zh-CN" sz="2000" dirty="0">
            <a:latin typeface="+mn-ea"/>
            <a:ea typeface="+mn-ea"/>
          </a:endParaRPr>
        </a:p>
      </dgm:t>
    </dgm:pt>
    <dgm:pt modelId="{494B8A5E-3A3B-4605-828A-6E4AAC6FE84E}" type="parTrans" cxnId="{FF83634B-0D3D-4B0A-A8B0-297815C1D351}">
      <dgm:prSet/>
      <dgm:spPr/>
      <dgm:t>
        <a:bodyPr/>
        <a:lstStyle/>
        <a:p>
          <a:endParaRPr lang="zh-CN" altLang="en-US"/>
        </a:p>
      </dgm:t>
    </dgm:pt>
    <dgm:pt modelId="{EB7E1B72-96F1-4C38-AC7E-C5344B8F796E}" type="sibTrans" cxnId="{FF83634B-0D3D-4B0A-A8B0-297815C1D351}">
      <dgm:prSet/>
      <dgm:spPr/>
      <dgm:t>
        <a:bodyPr/>
        <a:lstStyle/>
        <a:p>
          <a:endParaRPr lang="zh-CN" altLang="en-US"/>
        </a:p>
      </dgm:t>
    </dgm:pt>
    <dgm:pt modelId="{0361124C-DAE7-463D-B7E3-207FBF3BD403}">
      <dgm:prSet custT="1"/>
      <dgm:spPr/>
      <dgm:t>
        <a:bodyPr/>
        <a:lstStyle/>
        <a:p>
          <a:pPr rtl="0"/>
          <a:r>
            <a:rPr lang="en-US" altLang="zh-CN" sz="2000" dirty="0" smtClean="0">
              <a:latin typeface="+mn-ea"/>
              <a:ea typeface="+mn-ea"/>
            </a:rPr>
            <a:t>3.</a:t>
          </a:r>
          <a:r>
            <a:rPr lang="zh-CN" sz="2000" dirty="0" smtClean="0"/>
            <a:t>在“蒙尘与划痕”对话框中，设置其“半径”为“</a:t>
          </a:r>
          <a:r>
            <a:rPr lang="en-US" sz="2000" dirty="0" smtClean="0"/>
            <a:t>5</a:t>
          </a:r>
          <a:r>
            <a:rPr lang="zh-CN" sz="2000" dirty="0" smtClean="0"/>
            <a:t>”</a:t>
          </a:r>
          <a:r>
            <a:rPr lang="zh-CN" sz="2000" dirty="0" smtClean="0"/>
            <a:t>像素，“阈值”</a:t>
          </a:r>
          <a:r>
            <a:rPr lang="zh-CN" sz="2000" dirty="0" smtClean="0"/>
            <a:t>为“</a:t>
          </a:r>
          <a:r>
            <a:rPr lang="en-US" sz="2000" dirty="0" smtClean="0"/>
            <a:t>0</a:t>
          </a:r>
          <a:r>
            <a:rPr lang="zh-CN" sz="2000" dirty="0" smtClean="0"/>
            <a:t>”</a:t>
          </a:r>
          <a:r>
            <a:rPr lang="zh-CN" sz="2000" dirty="0" smtClean="0">
              <a:latin typeface="+mn-ea"/>
              <a:ea typeface="+mn-ea"/>
            </a:rPr>
            <a:t>。</a:t>
          </a:r>
          <a:endParaRPr lang="zh-CN" sz="2000" dirty="0">
            <a:latin typeface="+mn-ea"/>
            <a:ea typeface="+mn-ea"/>
          </a:endParaRPr>
        </a:p>
      </dgm:t>
    </dgm:pt>
    <dgm:pt modelId="{206A2069-C782-4858-8866-31E25A1CF06E}" type="parTrans" cxnId="{25EC7BAE-AE29-4D8B-B14B-8A727CC16022}">
      <dgm:prSet/>
      <dgm:spPr/>
      <dgm:t>
        <a:bodyPr/>
        <a:lstStyle/>
        <a:p>
          <a:endParaRPr lang="zh-CN" altLang="en-US"/>
        </a:p>
      </dgm:t>
    </dgm:pt>
    <dgm:pt modelId="{78C535F3-0D83-468C-BC20-925CDF37B41F}" type="sibTrans" cxnId="{25EC7BAE-AE29-4D8B-B14B-8A727CC16022}">
      <dgm:prSet/>
      <dgm:spPr/>
      <dgm:t>
        <a:bodyPr/>
        <a:lstStyle/>
        <a:p>
          <a:endParaRPr lang="zh-CN" altLang="en-US"/>
        </a:p>
      </dgm:t>
    </dgm:pt>
    <dgm:pt modelId="{0791D11B-7CFA-41ED-B13B-EB0FA3CD7011}">
      <dgm:prSet custT="1"/>
      <dgm:spPr/>
      <dgm:t>
        <a:bodyPr/>
        <a:lstStyle/>
        <a:p>
          <a:pPr rtl="0"/>
          <a:r>
            <a:rPr lang="en-US" altLang="zh-CN" sz="2000" dirty="0" smtClean="0">
              <a:latin typeface="+mn-ea"/>
              <a:ea typeface="+mn-ea"/>
            </a:rPr>
            <a:t>4.</a:t>
          </a:r>
          <a:r>
            <a:rPr lang="zh-CN" sz="2000" dirty="0" smtClean="0"/>
            <a:t>选择“滤镜”</a:t>
          </a:r>
          <a:r>
            <a:rPr lang="en-US" sz="2000" dirty="0" smtClean="0"/>
            <a:t>&gt;</a:t>
          </a:r>
          <a:r>
            <a:rPr lang="zh-CN" sz="2000" dirty="0" smtClean="0"/>
            <a:t>“锐化”</a:t>
          </a:r>
          <a:r>
            <a:rPr lang="en-US" sz="2000" dirty="0" smtClean="0"/>
            <a:t>&gt;</a:t>
          </a:r>
          <a:r>
            <a:rPr lang="zh-CN" sz="2000" dirty="0" smtClean="0"/>
            <a:t>“智能锐化”</a:t>
          </a:r>
          <a:r>
            <a:rPr lang="zh-CN" altLang="en-US" sz="2000" dirty="0" smtClean="0"/>
            <a:t>。</a:t>
          </a:r>
          <a:endParaRPr lang="zh-CN" sz="2000" dirty="0">
            <a:latin typeface="+mn-ea"/>
            <a:ea typeface="+mn-ea"/>
          </a:endParaRPr>
        </a:p>
      </dgm:t>
    </dgm:pt>
    <dgm:pt modelId="{1381C205-4B96-4F1D-A92C-9442489E1349}" type="parTrans" cxnId="{D840C80B-6A4F-45B7-9F7C-F157C7D1469E}">
      <dgm:prSet/>
      <dgm:spPr/>
      <dgm:t>
        <a:bodyPr/>
        <a:lstStyle/>
        <a:p>
          <a:endParaRPr lang="zh-CN" altLang="en-US"/>
        </a:p>
      </dgm:t>
    </dgm:pt>
    <dgm:pt modelId="{2ECC478F-4CC9-406D-832F-6E32C0C6B333}" type="sibTrans" cxnId="{D840C80B-6A4F-45B7-9F7C-F157C7D1469E}">
      <dgm:prSet/>
      <dgm:spPr/>
      <dgm:t>
        <a:bodyPr/>
        <a:lstStyle/>
        <a:p>
          <a:endParaRPr lang="zh-CN" altLang="en-US"/>
        </a:p>
      </dgm:t>
    </dgm:pt>
    <dgm:pt modelId="{7782C832-C763-4901-AB4A-F2CBE2FB8693}">
      <dgm:prSet custT="1"/>
      <dgm:spPr/>
      <dgm:t>
        <a:bodyPr/>
        <a:lstStyle/>
        <a:p>
          <a:pPr rtl="0"/>
          <a:r>
            <a:rPr lang="en-US" altLang="zh-CN" sz="2000" dirty="0" smtClean="0">
              <a:latin typeface="+mn-ea"/>
              <a:ea typeface="+mn-ea"/>
            </a:rPr>
            <a:t>5.</a:t>
          </a:r>
          <a:r>
            <a:rPr lang="zh-CN" sz="2000" dirty="0" smtClean="0"/>
            <a:t>在“智能锐化”对话框中，确定选中了“预览”</a:t>
          </a:r>
          <a:r>
            <a:rPr lang="zh-CN" altLang="en-US" sz="2000" dirty="0" smtClean="0"/>
            <a:t>。</a:t>
          </a:r>
          <a:endParaRPr lang="zh-CN" sz="2000" dirty="0">
            <a:latin typeface="+mn-ea"/>
            <a:ea typeface="+mn-ea"/>
          </a:endParaRPr>
        </a:p>
      </dgm:t>
    </dgm:pt>
    <dgm:pt modelId="{E750F372-8F2E-4DD8-BD46-F6F0DA5D4C63}" type="parTrans" cxnId="{CFD5FB01-2712-41D2-ACC7-762334F28B55}">
      <dgm:prSet/>
      <dgm:spPr/>
      <dgm:t>
        <a:bodyPr/>
        <a:lstStyle/>
        <a:p>
          <a:endParaRPr lang="zh-CN" altLang="en-US"/>
        </a:p>
      </dgm:t>
    </dgm:pt>
    <dgm:pt modelId="{BEDA959E-2755-4FDB-9784-23721B654D97}" type="sibTrans" cxnId="{CFD5FB01-2712-41D2-ACC7-762334F28B55}">
      <dgm:prSet/>
      <dgm:spPr/>
      <dgm:t>
        <a:bodyPr/>
        <a:lstStyle/>
        <a:p>
          <a:endParaRPr lang="zh-CN" altLang="en-US"/>
        </a:p>
      </dgm:t>
    </dgm:pt>
    <dgm:pt modelId="{1C422714-68C1-41D4-8FD7-56D8434EAB24}" type="pres">
      <dgm:prSet presAssocID="{E94846C5-1464-4A4E-8E6C-7D47620ED6FE}" presName="Name0" presStyleCnt="0">
        <dgm:presLayoutVars>
          <dgm:chMax val="7"/>
          <dgm:chPref val="7"/>
          <dgm:dir/>
        </dgm:presLayoutVars>
      </dgm:prSet>
      <dgm:spPr/>
      <dgm:t>
        <a:bodyPr/>
        <a:lstStyle/>
        <a:p>
          <a:endParaRPr lang="zh-CN" altLang="en-US"/>
        </a:p>
      </dgm:t>
    </dgm:pt>
    <dgm:pt modelId="{279DF454-2F8C-4A00-9DE3-0D1345A81747}" type="pres">
      <dgm:prSet presAssocID="{E94846C5-1464-4A4E-8E6C-7D47620ED6FE}" presName="Name1" presStyleCnt="0"/>
      <dgm:spPr/>
    </dgm:pt>
    <dgm:pt modelId="{D949825C-4738-4C05-ADA3-6697C3FA39AD}" type="pres">
      <dgm:prSet presAssocID="{E94846C5-1464-4A4E-8E6C-7D47620ED6FE}" presName="cycle" presStyleCnt="0"/>
      <dgm:spPr/>
    </dgm:pt>
    <dgm:pt modelId="{E09B5A50-FBE1-4E23-85E5-9F24FD76F890}" type="pres">
      <dgm:prSet presAssocID="{E94846C5-1464-4A4E-8E6C-7D47620ED6FE}" presName="srcNode" presStyleLbl="node1" presStyleIdx="0" presStyleCnt="5"/>
      <dgm:spPr/>
    </dgm:pt>
    <dgm:pt modelId="{4AAE3BD5-FB97-40B3-9AC1-75E2651CF234}" type="pres">
      <dgm:prSet presAssocID="{E94846C5-1464-4A4E-8E6C-7D47620ED6FE}" presName="conn" presStyleLbl="parChTrans1D2" presStyleIdx="0" presStyleCnt="1"/>
      <dgm:spPr/>
      <dgm:t>
        <a:bodyPr/>
        <a:lstStyle/>
        <a:p>
          <a:endParaRPr lang="zh-CN" altLang="en-US"/>
        </a:p>
      </dgm:t>
    </dgm:pt>
    <dgm:pt modelId="{7F1A05F5-86A2-470F-B8F3-813EBA736C3F}" type="pres">
      <dgm:prSet presAssocID="{E94846C5-1464-4A4E-8E6C-7D47620ED6FE}" presName="extraNode" presStyleLbl="node1" presStyleIdx="0" presStyleCnt="5"/>
      <dgm:spPr/>
    </dgm:pt>
    <dgm:pt modelId="{FCBEEAE2-89B1-4BD5-8BC3-3207C4D7CDBA}" type="pres">
      <dgm:prSet presAssocID="{E94846C5-1464-4A4E-8E6C-7D47620ED6FE}" presName="dstNode" presStyleLbl="node1" presStyleIdx="0" presStyleCnt="5"/>
      <dgm:spPr/>
    </dgm:pt>
    <dgm:pt modelId="{35920701-18C8-48B6-B776-8BD5461DE0B0}" type="pres">
      <dgm:prSet presAssocID="{E73D2FF6-9AD3-41C5-8957-2B189D896FC0}" presName="text_1" presStyleLbl="node1" presStyleIdx="0" presStyleCnt="5" custScaleY="142811">
        <dgm:presLayoutVars>
          <dgm:bulletEnabled val="1"/>
        </dgm:presLayoutVars>
      </dgm:prSet>
      <dgm:spPr/>
      <dgm:t>
        <a:bodyPr/>
        <a:lstStyle/>
        <a:p>
          <a:endParaRPr lang="zh-CN" altLang="en-US"/>
        </a:p>
      </dgm:t>
    </dgm:pt>
    <dgm:pt modelId="{8E9BB88F-9587-42DC-BCF1-8251938997E7}" type="pres">
      <dgm:prSet presAssocID="{E73D2FF6-9AD3-41C5-8957-2B189D896FC0}" presName="accent_1" presStyleCnt="0"/>
      <dgm:spPr/>
    </dgm:pt>
    <dgm:pt modelId="{3524F013-3D2D-4A1B-B4A1-2A672DC38E44}" type="pres">
      <dgm:prSet presAssocID="{E73D2FF6-9AD3-41C5-8957-2B189D896FC0}" presName="accentRepeatNode" presStyleLbl="solidFgAcc1" presStyleIdx="0" presStyleCnt="5"/>
      <dgm:spPr/>
    </dgm:pt>
    <dgm:pt modelId="{6FDAD354-6DF6-443B-93B5-4AC121B6F384}" type="pres">
      <dgm:prSet presAssocID="{45839F97-6D16-4156-A435-19137DCC8E1C}" presName="text_2" presStyleLbl="node1" presStyleIdx="1" presStyleCnt="5" custScaleY="124960">
        <dgm:presLayoutVars>
          <dgm:bulletEnabled val="1"/>
        </dgm:presLayoutVars>
      </dgm:prSet>
      <dgm:spPr/>
      <dgm:t>
        <a:bodyPr/>
        <a:lstStyle/>
        <a:p>
          <a:endParaRPr lang="zh-CN" altLang="en-US"/>
        </a:p>
      </dgm:t>
    </dgm:pt>
    <dgm:pt modelId="{6115160E-8A3C-48E5-BB0D-2EBC1D79FBFF}" type="pres">
      <dgm:prSet presAssocID="{45839F97-6D16-4156-A435-19137DCC8E1C}" presName="accent_2" presStyleCnt="0"/>
      <dgm:spPr/>
    </dgm:pt>
    <dgm:pt modelId="{C416FE76-1C9A-4862-93DA-F04AEE5333F9}" type="pres">
      <dgm:prSet presAssocID="{45839F97-6D16-4156-A435-19137DCC8E1C}" presName="accentRepeatNode" presStyleLbl="solidFgAcc1" presStyleIdx="1" presStyleCnt="5"/>
      <dgm:spPr/>
    </dgm:pt>
    <dgm:pt modelId="{0346AD4A-BC0F-4E7F-9B81-3058E0FCC2B6}" type="pres">
      <dgm:prSet presAssocID="{0361124C-DAE7-463D-B7E3-207FBF3BD403}" presName="text_3" presStyleLbl="node1" presStyleIdx="2" presStyleCnt="5" custScaleY="142811">
        <dgm:presLayoutVars>
          <dgm:bulletEnabled val="1"/>
        </dgm:presLayoutVars>
      </dgm:prSet>
      <dgm:spPr/>
      <dgm:t>
        <a:bodyPr/>
        <a:lstStyle/>
        <a:p>
          <a:endParaRPr lang="zh-CN" altLang="en-US"/>
        </a:p>
      </dgm:t>
    </dgm:pt>
    <dgm:pt modelId="{03958B43-77BC-4E7B-AF07-84E245D74395}" type="pres">
      <dgm:prSet presAssocID="{0361124C-DAE7-463D-B7E3-207FBF3BD403}" presName="accent_3" presStyleCnt="0"/>
      <dgm:spPr/>
    </dgm:pt>
    <dgm:pt modelId="{E1C85F0C-92D5-4E49-8CD2-179B34E7BF05}" type="pres">
      <dgm:prSet presAssocID="{0361124C-DAE7-463D-B7E3-207FBF3BD403}" presName="accentRepeatNode" presStyleLbl="solidFgAcc1" presStyleIdx="2" presStyleCnt="5"/>
      <dgm:spPr/>
    </dgm:pt>
    <dgm:pt modelId="{FD8E9197-6019-4C95-888E-B51146E87F66}" type="pres">
      <dgm:prSet presAssocID="{0791D11B-7CFA-41ED-B13B-EB0FA3CD7011}" presName="text_4" presStyleLbl="node1" presStyleIdx="3" presStyleCnt="5">
        <dgm:presLayoutVars>
          <dgm:bulletEnabled val="1"/>
        </dgm:presLayoutVars>
      </dgm:prSet>
      <dgm:spPr/>
      <dgm:t>
        <a:bodyPr/>
        <a:lstStyle/>
        <a:p>
          <a:endParaRPr lang="zh-CN" altLang="en-US"/>
        </a:p>
      </dgm:t>
    </dgm:pt>
    <dgm:pt modelId="{6397BE6C-B6EB-4E59-804E-B9286807ABC8}" type="pres">
      <dgm:prSet presAssocID="{0791D11B-7CFA-41ED-B13B-EB0FA3CD7011}" presName="accent_4" presStyleCnt="0"/>
      <dgm:spPr/>
    </dgm:pt>
    <dgm:pt modelId="{E25E68A8-53AC-4FC3-89C6-9812EF48B339}" type="pres">
      <dgm:prSet presAssocID="{0791D11B-7CFA-41ED-B13B-EB0FA3CD7011}" presName="accentRepeatNode" presStyleLbl="solidFgAcc1" presStyleIdx="3" presStyleCnt="5"/>
      <dgm:spPr/>
    </dgm:pt>
    <dgm:pt modelId="{F4283088-94D6-4381-B216-962EC99C9604}" type="pres">
      <dgm:prSet presAssocID="{7782C832-C763-4901-AB4A-F2CBE2FB8693}" presName="text_5" presStyleLbl="node1" presStyleIdx="4" presStyleCnt="5">
        <dgm:presLayoutVars>
          <dgm:bulletEnabled val="1"/>
        </dgm:presLayoutVars>
      </dgm:prSet>
      <dgm:spPr/>
      <dgm:t>
        <a:bodyPr/>
        <a:lstStyle/>
        <a:p>
          <a:endParaRPr lang="zh-CN" altLang="en-US"/>
        </a:p>
      </dgm:t>
    </dgm:pt>
    <dgm:pt modelId="{8999B17C-00CD-4869-AFB8-D7FFFA4EF051}" type="pres">
      <dgm:prSet presAssocID="{7782C832-C763-4901-AB4A-F2CBE2FB8693}" presName="accent_5" presStyleCnt="0"/>
      <dgm:spPr/>
    </dgm:pt>
    <dgm:pt modelId="{FF356736-1983-402A-AF63-197E91E87BA7}" type="pres">
      <dgm:prSet presAssocID="{7782C832-C763-4901-AB4A-F2CBE2FB8693}" presName="accentRepeatNode" presStyleLbl="solidFgAcc1" presStyleIdx="4" presStyleCnt="5"/>
      <dgm:spPr/>
    </dgm:pt>
  </dgm:ptLst>
  <dgm:cxnLst>
    <dgm:cxn modelId="{178CBC5D-14A5-420B-9CA6-640292A13F09}" type="presOf" srcId="{E94846C5-1464-4A4E-8E6C-7D47620ED6FE}" destId="{1C422714-68C1-41D4-8FD7-56D8434EAB24}" srcOrd="0" destOrd="0" presId="urn:microsoft.com/office/officeart/2008/layout/VerticalCurvedList#3"/>
    <dgm:cxn modelId="{A6FDCFB4-21C2-4E65-8C5C-FBBFC0F63354}" type="presOf" srcId="{E73D2FF6-9AD3-41C5-8957-2B189D896FC0}" destId="{35920701-18C8-48B6-B776-8BD5461DE0B0}" srcOrd="0" destOrd="0" presId="urn:microsoft.com/office/officeart/2008/layout/VerticalCurvedList#3"/>
    <dgm:cxn modelId="{A0462C45-A33C-489C-8A9F-7416F6F91CC0}" type="presOf" srcId="{0361124C-DAE7-463D-B7E3-207FBF3BD403}" destId="{0346AD4A-BC0F-4E7F-9B81-3058E0FCC2B6}" srcOrd="0" destOrd="0" presId="urn:microsoft.com/office/officeart/2008/layout/VerticalCurvedList#3"/>
    <dgm:cxn modelId="{25EC7BAE-AE29-4D8B-B14B-8A727CC16022}" srcId="{E94846C5-1464-4A4E-8E6C-7D47620ED6FE}" destId="{0361124C-DAE7-463D-B7E3-207FBF3BD403}" srcOrd="2" destOrd="0" parTransId="{206A2069-C782-4858-8866-31E25A1CF06E}" sibTransId="{78C535F3-0D83-468C-BC20-925CDF37B41F}"/>
    <dgm:cxn modelId="{B3187883-7D65-4609-9E83-F5CC5C479887}" srcId="{E94846C5-1464-4A4E-8E6C-7D47620ED6FE}" destId="{E73D2FF6-9AD3-41C5-8957-2B189D896FC0}" srcOrd="0" destOrd="0" parTransId="{54D84B6D-BBBF-415A-B718-02FF4E3E6EC4}" sibTransId="{79F11C38-B99F-44E8-A7F5-C7068E9D2CC0}"/>
    <dgm:cxn modelId="{EF7F664E-F9DB-4883-9F7A-DF5CF3E4470B}" type="presOf" srcId="{0791D11B-7CFA-41ED-B13B-EB0FA3CD7011}" destId="{FD8E9197-6019-4C95-888E-B51146E87F66}" srcOrd="0" destOrd="0" presId="urn:microsoft.com/office/officeart/2008/layout/VerticalCurvedList#3"/>
    <dgm:cxn modelId="{DEE59ECE-7159-4387-A71F-7FD7BAC784B6}" type="presOf" srcId="{7782C832-C763-4901-AB4A-F2CBE2FB8693}" destId="{F4283088-94D6-4381-B216-962EC99C9604}" srcOrd="0" destOrd="0" presId="urn:microsoft.com/office/officeart/2008/layout/VerticalCurvedList#3"/>
    <dgm:cxn modelId="{9B8885D3-D72E-4F2D-BC1B-7BBF388AC52D}" type="presOf" srcId="{79F11C38-B99F-44E8-A7F5-C7068E9D2CC0}" destId="{4AAE3BD5-FB97-40B3-9AC1-75E2651CF234}" srcOrd="0" destOrd="0" presId="urn:microsoft.com/office/officeart/2008/layout/VerticalCurvedList#3"/>
    <dgm:cxn modelId="{CFD5FB01-2712-41D2-ACC7-762334F28B55}" srcId="{E94846C5-1464-4A4E-8E6C-7D47620ED6FE}" destId="{7782C832-C763-4901-AB4A-F2CBE2FB8693}" srcOrd="4" destOrd="0" parTransId="{E750F372-8F2E-4DD8-BD46-F6F0DA5D4C63}" sibTransId="{BEDA959E-2755-4FDB-9784-23721B654D97}"/>
    <dgm:cxn modelId="{D840C80B-6A4F-45B7-9F7C-F157C7D1469E}" srcId="{E94846C5-1464-4A4E-8E6C-7D47620ED6FE}" destId="{0791D11B-7CFA-41ED-B13B-EB0FA3CD7011}" srcOrd="3" destOrd="0" parTransId="{1381C205-4B96-4F1D-A92C-9442489E1349}" sibTransId="{2ECC478F-4CC9-406D-832F-6E32C0C6B333}"/>
    <dgm:cxn modelId="{47979E91-5B7F-4F0B-A9AA-698404FCB0C6}" type="presOf" srcId="{45839F97-6D16-4156-A435-19137DCC8E1C}" destId="{6FDAD354-6DF6-443B-93B5-4AC121B6F384}" srcOrd="0" destOrd="0" presId="urn:microsoft.com/office/officeart/2008/layout/VerticalCurvedList#3"/>
    <dgm:cxn modelId="{FF83634B-0D3D-4B0A-A8B0-297815C1D351}" srcId="{E94846C5-1464-4A4E-8E6C-7D47620ED6FE}" destId="{45839F97-6D16-4156-A435-19137DCC8E1C}" srcOrd="1" destOrd="0" parTransId="{494B8A5E-3A3B-4605-828A-6E4AAC6FE84E}" sibTransId="{EB7E1B72-96F1-4C38-AC7E-C5344B8F796E}"/>
    <dgm:cxn modelId="{9A968D59-866C-493A-8B1B-FBFD482B3010}" type="presParOf" srcId="{1C422714-68C1-41D4-8FD7-56D8434EAB24}" destId="{279DF454-2F8C-4A00-9DE3-0D1345A81747}" srcOrd="0" destOrd="0" presId="urn:microsoft.com/office/officeart/2008/layout/VerticalCurvedList#3"/>
    <dgm:cxn modelId="{CF23DC23-40AE-45F7-9B01-DA4317F25762}" type="presParOf" srcId="{279DF454-2F8C-4A00-9DE3-0D1345A81747}" destId="{D949825C-4738-4C05-ADA3-6697C3FA39AD}" srcOrd="0" destOrd="0" presId="urn:microsoft.com/office/officeart/2008/layout/VerticalCurvedList#3"/>
    <dgm:cxn modelId="{2A16EFB7-0BD3-4C8E-98FE-825B943E803A}" type="presParOf" srcId="{D949825C-4738-4C05-ADA3-6697C3FA39AD}" destId="{E09B5A50-FBE1-4E23-85E5-9F24FD76F890}" srcOrd="0" destOrd="0" presId="urn:microsoft.com/office/officeart/2008/layout/VerticalCurvedList#3"/>
    <dgm:cxn modelId="{D5E5676D-8884-4D61-A69F-096E3B390EE4}" type="presParOf" srcId="{D949825C-4738-4C05-ADA3-6697C3FA39AD}" destId="{4AAE3BD5-FB97-40B3-9AC1-75E2651CF234}" srcOrd="1" destOrd="0" presId="urn:microsoft.com/office/officeart/2008/layout/VerticalCurvedList#3"/>
    <dgm:cxn modelId="{B2C16F8A-491C-4680-9777-B36443A3219A}" type="presParOf" srcId="{D949825C-4738-4C05-ADA3-6697C3FA39AD}" destId="{7F1A05F5-86A2-470F-B8F3-813EBA736C3F}" srcOrd="2" destOrd="0" presId="urn:microsoft.com/office/officeart/2008/layout/VerticalCurvedList#3"/>
    <dgm:cxn modelId="{6ABAB7D6-506D-4188-B8C1-109B09AF2D44}" type="presParOf" srcId="{D949825C-4738-4C05-ADA3-6697C3FA39AD}" destId="{FCBEEAE2-89B1-4BD5-8BC3-3207C4D7CDBA}" srcOrd="3" destOrd="0" presId="urn:microsoft.com/office/officeart/2008/layout/VerticalCurvedList#3"/>
    <dgm:cxn modelId="{BF846531-E634-437E-91ED-86D7B5CC6AC5}" type="presParOf" srcId="{279DF454-2F8C-4A00-9DE3-0D1345A81747}" destId="{35920701-18C8-48B6-B776-8BD5461DE0B0}" srcOrd="1" destOrd="0" presId="urn:microsoft.com/office/officeart/2008/layout/VerticalCurvedList#3"/>
    <dgm:cxn modelId="{52CB9C37-5DD6-466D-8143-1181AA345CCA}" type="presParOf" srcId="{279DF454-2F8C-4A00-9DE3-0D1345A81747}" destId="{8E9BB88F-9587-42DC-BCF1-8251938997E7}" srcOrd="2" destOrd="0" presId="urn:microsoft.com/office/officeart/2008/layout/VerticalCurvedList#3"/>
    <dgm:cxn modelId="{DF6785C9-C7C0-4509-ACE7-8EA6ACFF03A0}" type="presParOf" srcId="{8E9BB88F-9587-42DC-BCF1-8251938997E7}" destId="{3524F013-3D2D-4A1B-B4A1-2A672DC38E44}" srcOrd="0" destOrd="0" presId="urn:microsoft.com/office/officeart/2008/layout/VerticalCurvedList#3"/>
    <dgm:cxn modelId="{03B6DE12-1534-48BA-A3A8-BEC872CDB375}" type="presParOf" srcId="{279DF454-2F8C-4A00-9DE3-0D1345A81747}" destId="{6FDAD354-6DF6-443B-93B5-4AC121B6F384}" srcOrd="3" destOrd="0" presId="urn:microsoft.com/office/officeart/2008/layout/VerticalCurvedList#3"/>
    <dgm:cxn modelId="{0ED7E128-81CD-44D8-ADA9-0061D77DF6D3}" type="presParOf" srcId="{279DF454-2F8C-4A00-9DE3-0D1345A81747}" destId="{6115160E-8A3C-48E5-BB0D-2EBC1D79FBFF}" srcOrd="4" destOrd="0" presId="urn:microsoft.com/office/officeart/2008/layout/VerticalCurvedList#3"/>
    <dgm:cxn modelId="{12AAFEAC-DFC0-4A30-9881-789829F7890D}" type="presParOf" srcId="{6115160E-8A3C-48E5-BB0D-2EBC1D79FBFF}" destId="{C416FE76-1C9A-4862-93DA-F04AEE5333F9}" srcOrd="0" destOrd="0" presId="urn:microsoft.com/office/officeart/2008/layout/VerticalCurvedList#3"/>
    <dgm:cxn modelId="{C5CF53A9-DDB6-4B8A-B3CC-DD156BA62149}" type="presParOf" srcId="{279DF454-2F8C-4A00-9DE3-0D1345A81747}" destId="{0346AD4A-BC0F-4E7F-9B81-3058E0FCC2B6}" srcOrd="5" destOrd="0" presId="urn:microsoft.com/office/officeart/2008/layout/VerticalCurvedList#3"/>
    <dgm:cxn modelId="{305219CD-BA74-4BFD-A2B6-2C54BD856282}" type="presParOf" srcId="{279DF454-2F8C-4A00-9DE3-0D1345A81747}" destId="{03958B43-77BC-4E7B-AF07-84E245D74395}" srcOrd="6" destOrd="0" presId="urn:microsoft.com/office/officeart/2008/layout/VerticalCurvedList#3"/>
    <dgm:cxn modelId="{3C824357-1CD0-437F-B18C-43FB60F08FD2}" type="presParOf" srcId="{03958B43-77BC-4E7B-AF07-84E245D74395}" destId="{E1C85F0C-92D5-4E49-8CD2-179B34E7BF05}" srcOrd="0" destOrd="0" presId="urn:microsoft.com/office/officeart/2008/layout/VerticalCurvedList#3"/>
    <dgm:cxn modelId="{AB228BCF-A14D-49AC-8FA1-B707567995BD}" type="presParOf" srcId="{279DF454-2F8C-4A00-9DE3-0D1345A81747}" destId="{FD8E9197-6019-4C95-888E-B51146E87F66}" srcOrd="7" destOrd="0" presId="urn:microsoft.com/office/officeart/2008/layout/VerticalCurvedList#3"/>
    <dgm:cxn modelId="{B4038AA0-6802-43AE-BF8C-F528028DF441}" type="presParOf" srcId="{279DF454-2F8C-4A00-9DE3-0D1345A81747}" destId="{6397BE6C-B6EB-4E59-804E-B9286807ABC8}" srcOrd="8" destOrd="0" presId="urn:microsoft.com/office/officeart/2008/layout/VerticalCurvedList#3"/>
    <dgm:cxn modelId="{CB8163A2-0775-4E97-A057-6C545EB326FD}" type="presParOf" srcId="{6397BE6C-B6EB-4E59-804E-B9286807ABC8}" destId="{E25E68A8-53AC-4FC3-89C6-9812EF48B339}" srcOrd="0" destOrd="0" presId="urn:microsoft.com/office/officeart/2008/layout/VerticalCurvedList#3"/>
    <dgm:cxn modelId="{26A50871-E5A4-46B0-B43E-5F5527AFB07E}" type="presParOf" srcId="{279DF454-2F8C-4A00-9DE3-0D1345A81747}" destId="{F4283088-94D6-4381-B216-962EC99C9604}" srcOrd="9" destOrd="0" presId="urn:microsoft.com/office/officeart/2008/layout/VerticalCurvedList#3"/>
    <dgm:cxn modelId="{98CF76D9-CBE2-4FD4-A376-90B2869784B4}" type="presParOf" srcId="{279DF454-2F8C-4A00-9DE3-0D1345A81747}" destId="{8999B17C-00CD-4869-AFB8-D7FFFA4EF051}" srcOrd="10" destOrd="0" presId="urn:microsoft.com/office/officeart/2008/layout/VerticalCurvedList#3"/>
    <dgm:cxn modelId="{E196C238-05AC-4075-B6F6-F2494F8F55DD}" type="presParOf" srcId="{8999B17C-00CD-4869-AFB8-D7FFFA4EF051}" destId="{FF356736-1983-402A-AF63-197E91E87BA7}" srcOrd="0" destOrd="0" presId="urn:microsoft.com/office/officeart/2008/layout/VerticalCurved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94846C5-1464-4A4E-8E6C-7D47620ED6FE}" type="doc">
      <dgm:prSet loTypeId="urn:microsoft.com/office/officeart/2008/layout/VerticalCurvedList#3" loCatId="list" qsTypeId="urn:microsoft.com/office/officeart/2005/8/quickstyle/simple1#4" qsCatId="simple" csTypeId="urn:microsoft.com/office/officeart/2005/8/colors/accent1_2#7" csCatId="accent1" phldr="1"/>
      <dgm:spPr/>
      <dgm:t>
        <a:bodyPr/>
        <a:lstStyle/>
        <a:p>
          <a:endParaRPr lang="zh-CN" altLang="en-US"/>
        </a:p>
      </dgm:t>
    </dgm:pt>
    <dgm:pt modelId="{E73D2FF6-9AD3-41C5-8957-2B189D896FC0}">
      <dgm:prSet custT="1"/>
      <dgm:spPr/>
      <dgm:t>
        <a:bodyPr/>
        <a:lstStyle/>
        <a:p>
          <a:pPr rtl="0"/>
          <a:r>
            <a:rPr lang="en-US" altLang="zh-CN" sz="2000" dirty="0" smtClean="0"/>
            <a:t>6.</a:t>
          </a:r>
          <a:r>
            <a:rPr lang="zh-CN" sz="2000" dirty="0" smtClean="0"/>
            <a:t>你可以在对话框的预览窗口内拖动鼠标，以看到图片的不同部分，或是使用缩略图下方的加号和减号按钮放大或缩小图片。</a:t>
          </a:r>
          <a:endParaRPr lang="zh-CN" altLang="en-US" sz="2000" dirty="0"/>
        </a:p>
      </dgm:t>
    </dgm:pt>
    <dgm:pt modelId="{54D84B6D-BBBF-415A-B718-02FF4E3E6EC4}" type="parTrans" cxnId="{B3187883-7D65-4609-9E83-F5CC5C479887}">
      <dgm:prSet/>
      <dgm:spPr/>
      <dgm:t>
        <a:bodyPr/>
        <a:lstStyle/>
        <a:p>
          <a:endParaRPr lang="zh-CN" altLang="en-US"/>
        </a:p>
      </dgm:t>
    </dgm:pt>
    <dgm:pt modelId="{79F11C38-B99F-44E8-A7F5-C7068E9D2CC0}" type="sibTrans" cxnId="{B3187883-7D65-4609-9E83-F5CC5C479887}">
      <dgm:prSet/>
      <dgm:spPr/>
      <dgm:t>
        <a:bodyPr/>
        <a:lstStyle/>
        <a:p>
          <a:endParaRPr lang="zh-CN" altLang="en-US"/>
        </a:p>
      </dgm:t>
    </dgm:pt>
    <dgm:pt modelId="{45839F97-6D16-4156-A435-19137DCC8E1C}">
      <dgm:prSet custT="1"/>
      <dgm:spPr/>
      <dgm:t>
        <a:bodyPr/>
        <a:lstStyle/>
        <a:p>
          <a:pPr rtl="0"/>
          <a:r>
            <a:rPr lang="en-US" altLang="zh-CN" sz="2000" dirty="0" smtClean="0"/>
            <a:t>7.</a:t>
          </a:r>
          <a:r>
            <a:rPr lang="zh-CN" sz="2000" dirty="0" smtClean="0"/>
            <a:t>确保在移去菜单中选择了“镜头模糊”。拖拽“数量”滑块至</a:t>
          </a:r>
          <a:r>
            <a:rPr lang="en-US" sz="2000" dirty="0" smtClean="0"/>
            <a:t>60%</a:t>
          </a:r>
          <a:r>
            <a:rPr lang="zh-CN" sz="2000" dirty="0" smtClean="0"/>
            <a:t>左右，以锐化图像</a:t>
          </a:r>
          <a:r>
            <a:rPr lang="zh-CN" sz="2000" dirty="0" smtClean="0">
              <a:latin typeface="+mn-ea"/>
              <a:ea typeface="+mn-ea"/>
            </a:rPr>
            <a:t>。</a:t>
          </a:r>
          <a:endParaRPr lang="zh-CN" sz="2000" dirty="0">
            <a:latin typeface="+mn-ea"/>
            <a:ea typeface="+mn-ea"/>
          </a:endParaRPr>
        </a:p>
      </dgm:t>
    </dgm:pt>
    <dgm:pt modelId="{494B8A5E-3A3B-4605-828A-6E4AAC6FE84E}" type="parTrans" cxnId="{FF83634B-0D3D-4B0A-A8B0-297815C1D351}">
      <dgm:prSet/>
      <dgm:spPr/>
      <dgm:t>
        <a:bodyPr/>
        <a:lstStyle/>
        <a:p>
          <a:endParaRPr lang="zh-CN" altLang="en-US"/>
        </a:p>
      </dgm:t>
    </dgm:pt>
    <dgm:pt modelId="{EB7E1B72-96F1-4C38-AC7E-C5344B8F796E}" type="sibTrans" cxnId="{FF83634B-0D3D-4B0A-A8B0-297815C1D351}">
      <dgm:prSet/>
      <dgm:spPr/>
      <dgm:t>
        <a:bodyPr/>
        <a:lstStyle/>
        <a:p>
          <a:endParaRPr lang="zh-CN" altLang="en-US"/>
        </a:p>
      </dgm:t>
    </dgm:pt>
    <dgm:pt modelId="{0361124C-DAE7-463D-B7E3-207FBF3BD403}">
      <dgm:prSet custT="1"/>
      <dgm:spPr/>
      <dgm:t>
        <a:bodyPr/>
        <a:lstStyle/>
        <a:p>
          <a:pPr rtl="0"/>
          <a:r>
            <a:rPr lang="en-US" altLang="zh-CN" sz="2000" dirty="0" smtClean="0">
              <a:latin typeface="+mn-ea"/>
              <a:ea typeface="+mn-ea"/>
            </a:rPr>
            <a:t>8.</a:t>
          </a:r>
          <a:r>
            <a:rPr lang="zh-CN" sz="2000" dirty="0" smtClean="0"/>
            <a:t>拖拽“半径”滑块至大约</a:t>
          </a:r>
          <a:r>
            <a:rPr lang="en-US" sz="2000" dirty="0" smtClean="0"/>
            <a:t>3.0</a:t>
          </a:r>
          <a:r>
            <a:rPr lang="zh-CN" sz="2000" dirty="0" smtClean="0"/>
            <a:t>，半径的值决定了边缘像素周围会有多少像素会影响锐化。</a:t>
          </a:r>
          <a:endParaRPr lang="zh-CN" sz="2000" dirty="0">
            <a:latin typeface="+mn-ea"/>
            <a:ea typeface="+mn-ea"/>
          </a:endParaRPr>
        </a:p>
      </dgm:t>
    </dgm:pt>
    <dgm:pt modelId="{206A2069-C782-4858-8866-31E25A1CF06E}" type="parTrans" cxnId="{25EC7BAE-AE29-4D8B-B14B-8A727CC16022}">
      <dgm:prSet/>
      <dgm:spPr/>
      <dgm:t>
        <a:bodyPr/>
        <a:lstStyle/>
        <a:p>
          <a:endParaRPr lang="zh-CN" altLang="en-US"/>
        </a:p>
      </dgm:t>
    </dgm:pt>
    <dgm:pt modelId="{78C535F3-0D83-468C-BC20-925CDF37B41F}" type="sibTrans" cxnId="{25EC7BAE-AE29-4D8B-B14B-8A727CC16022}">
      <dgm:prSet/>
      <dgm:spPr/>
      <dgm:t>
        <a:bodyPr/>
        <a:lstStyle/>
        <a:p>
          <a:endParaRPr lang="zh-CN" altLang="en-US"/>
        </a:p>
      </dgm:t>
    </dgm:pt>
    <dgm:pt modelId="{63AFC9A5-DCCD-4EB9-BC7C-48E72EBF60C9}">
      <dgm:prSet custT="1"/>
      <dgm:spPr/>
      <dgm:t>
        <a:bodyPr/>
        <a:lstStyle/>
        <a:p>
          <a:pPr rtl="0"/>
          <a:r>
            <a:rPr lang="en-US" altLang="zh-CN" sz="2000" dirty="0" smtClean="0"/>
            <a:t>9.</a:t>
          </a:r>
          <a:r>
            <a:rPr lang="zh-CN" sz="2000" dirty="0" smtClean="0"/>
            <a:t>选择“文件”</a:t>
          </a:r>
          <a:r>
            <a:rPr lang="en-US" sz="2000" dirty="0" smtClean="0"/>
            <a:t> &gt; </a:t>
          </a:r>
          <a:r>
            <a:rPr lang="zh-CN" sz="2000" dirty="0" smtClean="0"/>
            <a:t>“保存”，然后关闭项目文件。</a:t>
          </a:r>
          <a:endParaRPr lang="zh-CN" sz="2000" dirty="0">
            <a:latin typeface="+mn-ea"/>
            <a:ea typeface="+mn-ea"/>
          </a:endParaRPr>
        </a:p>
      </dgm:t>
    </dgm:pt>
    <dgm:pt modelId="{9A356292-E829-44C5-BE91-C4BCBA2AB017}" type="parTrans" cxnId="{6871A4D2-7C09-4200-B3C0-3F2331261B7B}">
      <dgm:prSet/>
      <dgm:spPr/>
      <dgm:t>
        <a:bodyPr/>
        <a:lstStyle/>
        <a:p>
          <a:endParaRPr lang="zh-CN" altLang="en-US"/>
        </a:p>
      </dgm:t>
    </dgm:pt>
    <dgm:pt modelId="{ABC8B1AB-6DB4-4339-BEC7-DBFC9A76C854}" type="sibTrans" cxnId="{6871A4D2-7C09-4200-B3C0-3F2331261B7B}">
      <dgm:prSet/>
      <dgm:spPr/>
      <dgm:t>
        <a:bodyPr/>
        <a:lstStyle/>
        <a:p>
          <a:endParaRPr lang="zh-CN" altLang="en-US"/>
        </a:p>
      </dgm:t>
    </dgm:pt>
    <dgm:pt modelId="{1C422714-68C1-41D4-8FD7-56D8434EAB24}" type="pres">
      <dgm:prSet presAssocID="{E94846C5-1464-4A4E-8E6C-7D47620ED6FE}" presName="Name0" presStyleCnt="0">
        <dgm:presLayoutVars>
          <dgm:chMax val="7"/>
          <dgm:chPref val="7"/>
          <dgm:dir/>
        </dgm:presLayoutVars>
      </dgm:prSet>
      <dgm:spPr/>
      <dgm:t>
        <a:bodyPr/>
        <a:lstStyle/>
        <a:p>
          <a:endParaRPr lang="zh-CN" altLang="en-US"/>
        </a:p>
      </dgm:t>
    </dgm:pt>
    <dgm:pt modelId="{279DF454-2F8C-4A00-9DE3-0D1345A81747}" type="pres">
      <dgm:prSet presAssocID="{E94846C5-1464-4A4E-8E6C-7D47620ED6FE}" presName="Name1" presStyleCnt="0"/>
      <dgm:spPr/>
    </dgm:pt>
    <dgm:pt modelId="{D949825C-4738-4C05-ADA3-6697C3FA39AD}" type="pres">
      <dgm:prSet presAssocID="{E94846C5-1464-4A4E-8E6C-7D47620ED6FE}" presName="cycle" presStyleCnt="0"/>
      <dgm:spPr/>
    </dgm:pt>
    <dgm:pt modelId="{E09B5A50-FBE1-4E23-85E5-9F24FD76F890}" type="pres">
      <dgm:prSet presAssocID="{E94846C5-1464-4A4E-8E6C-7D47620ED6FE}" presName="srcNode" presStyleLbl="node1" presStyleIdx="0" presStyleCnt="4"/>
      <dgm:spPr/>
    </dgm:pt>
    <dgm:pt modelId="{4AAE3BD5-FB97-40B3-9AC1-75E2651CF234}" type="pres">
      <dgm:prSet presAssocID="{E94846C5-1464-4A4E-8E6C-7D47620ED6FE}" presName="conn" presStyleLbl="parChTrans1D2" presStyleIdx="0" presStyleCnt="1"/>
      <dgm:spPr/>
      <dgm:t>
        <a:bodyPr/>
        <a:lstStyle/>
        <a:p>
          <a:endParaRPr lang="zh-CN" altLang="en-US"/>
        </a:p>
      </dgm:t>
    </dgm:pt>
    <dgm:pt modelId="{7F1A05F5-86A2-470F-B8F3-813EBA736C3F}" type="pres">
      <dgm:prSet presAssocID="{E94846C5-1464-4A4E-8E6C-7D47620ED6FE}" presName="extraNode" presStyleLbl="node1" presStyleIdx="0" presStyleCnt="4"/>
      <dgm:spPr/>
    </dgm:pt>
    <dgm:pt modelId="{FCBEEAE2-89B1-4BD5-8BC3-3207C4D7CDBA}" type="pres">
      <dgm:prSet presAssocID="{E94846C5-1464-4A4E-8E6C-7D47620ED6FE}" presName="dstNode" presStyleLbl="node1" presStyleIdx="0" presStyleCnt="4"/>
      <dgm:spPr/>
    </dgm:pt>
    <dgm:pt modelId="{35920701-18C8-48B6-B776-8BD5461DE0B0}" type="pres">
      <dgm:prSet presAssocID="{E73D2FF6-9AD3-41C5-8957-2B189D896FC0}" presName="text_1" presStyleLbl="node1" presStyleIdx="0" presStyleCnt="4" custScaleY="148847">
        <dgm:presLayoutVars>
          <dgm:bulletEnabled val="1"/>
        </dgm:presLayoutVars>
      </dgm:prSet>
      <dgm:spPr/>
      <dgm:t>
        <a:bodyPr/>
        <a:lstStyle/>
        <a:p>
          <a:endParaRPr lang="zh-CN" altLang="en-US"/>
        </a:p>
      </dgm:t>
    </dgm:pt>
    <dgm:pt modelId="{8E9BB88F-9587-42DC-BCF1-8251938997E7}" type="pres">
      <dgm:prSet presAssocID="{E73D2FF6-9AD3-41C5-8957-2B189D896FC0}" presName="accent_1" presStyleCnt="0"/>
      <dgm:spPr/>
    </dgm:pt>
    <dgm:pt modelId="{3524F013-3D2D-4A1B-B4A1-2A672DC38E44}" type="pres">
      <dgm:prSet presAssocID="{E73D2FF6-9AD3-41C5-8957-2B189D896FC0}" presName="accentRepeatNode" presStyleLbl="solidFgAcc1" presStyleIdx="0" presStyleCnt="4" custScaleX="119078" custScaleY="119078"/>
      <dgm:spPr/>
    </dgm:pt>
    <dgm:pt modelId="{6FDAD354-6DF6-443B-93B5-4AC121B6F384}" type="pres">
      <dgm:prSet presAssocID="{45839F97-6D16-4156-A435-19137DCC8E1C}" presName="text_2" presStyleLbl="node1" presStyleIdx="1" presStyleCnt="4" custScaleY="134172">
        <dgm:presLayoutVars>
          <dgm:bulletEnabled val="1"/>
        </dgm:presLayoutVars>
      </dgm:prSet>
      <dgm:spPr/>
      <dgm:t>
        <a:bodyPr/>
        <a:lstStyle/>
        <a:p>
          <a:endParaRPr lang="zh-CN" altLang="en-US"/>
        </a:p>
      </dgm:t>
    </dgm:pt>
    <dgm:pt modelId="{6115160E-8A3C-48E5-BB0D-2EBC1D79FBFF}" type="pres">
      <dgm:prSet presAssocID="{45839F97-6D16-4156-A435-19137DCC8E1C}" presName="accent_2" presStyleCnt="0"/>
      <dgm:spPr/>
    </dgm:pt>
    <dgm:pt modelId="{C416FE76-1C9A-4862-93DA-F04AEE5333F9}" type="pres">
      <dgm:prSet presAssocID="{45839F97-6D16-4156-A435-19137DCC8E1C}" presName="accentRepeatNode" presStyleLbl="solidFgAcc1" presStyleIdx="1" presStyleCnt="4" custScaleX="115686" custScaleY="115686"/>
      <dgm:spPr/>
    </dgm:pt>
    <dgm:pt modelId="{0346AD4A-BC0F-4E7F-9B81-3058E0FCC2B6}" type="pres">
      <dgm:prSet presAssocID="{0361124C-DAE7-463D-B7E3-207FBF3BD403}" presName="text_3" presStyleLbl="node1" presStyleIdx="2" presStyleCnt="4" custScaleY="151206">
        <dgm:presLayoutVars>
          <dgm:bulletEnabled val="1"/>
        </dgm:presLayoutVars>
      </dgm:prSet>
      <dgm:spPr/>
      <dgm:t>
        <a:bodyPr/>
        <a:lstStyle/>
        <a:p>
          <a:endParaRPr lang="zh-CN" altLang="en-US"/>
        </a:p>
      </dgm:t>
    </dgm:pt>
    <dgm:pt modelId="{03958B43-77BC-4E7B-AF07-84E245D74395}" type="pres">
      <dgm:prSet presAssocID="{0361124C-DAE7-463D-B7E3-207FBF3BD403}" presName="accent_3" presStyleCnt="0"/>
      <dgm:spPr/>
    </dgm:pt>
    <dgm:pt modelId="{E1C85F0C-92D5-4E49-8CD2-179B34E7BF05}" type="pres">
      <dgm:prSet presAssocID="{0361124C-DAE7-463D-B7E3-207FBF3BD403}" presName="accentRepeatNode" presStyleLbl="solidFgAcc1" presStyleIdx="2" presStyleCnt="4" custScaleX="115686" custScaleY="115686"/>
      <dgm:spPr/>
    </dgm:pt>
    <dgm:pt modelId="{4CE9254D-EACB-4CAA-B9FF-68740AE2F608}" type="pres">
      <dgm:prSet presAssocID="{63AFC9A5-DCCD-4EB9-BC7C-48E72EBF60C9}" presName="text_4" presStyleLbl="node1" presStyleIdx="3" presStyleCnt="4" custScaleY="136531">
        <dgm:presLayoutVars>
          <dgm:bulletEnabled val="1"/>
        </dgm:presLayoutVars>
      </dgm:prSet>
      <dgm:spPr/>
      <dgm:t>
        <a:bodyPr/>
        <a:lstStyle/>
        <a:p>
          <a:endParaRPr lang="zh-CN" altLang="en-US"/>
        </a:p>
      </dgm:t>
    </dgm:pt>
    <dgm:pt modelId="{76094A88-8A72-43BB-AD83-F7ACA6ACD460}" type="pres">
      <dgm:prSet presAssocID="{63AFC9A5-DCCD-4EB9-BC7C-48E72EBF60C9}" presName="accent_4" presStyleCnt="0"/>
      <dgm:spPr/>
    </dgm:pt>
    <dgm:pt modelId="{D1BC2122-110F-4006-BC68-123935BFC589}" type="pres">
      <dgm:prSet presAssocID="{63AFC9A5-DCCD-4EB9-BC7C-48E72EBF60C9}" presName="accentRepeatNode" presStyleLbl="solidFgAcc1" presStyleIdx="3" presStyleCnt="4" custScaleX="109225" custScaleY="109225"/>
      <dgm:spPr/>
    </dgm:pt>
  </dgm:ptLst>
  <dgm:cxnLst>
    <dgm:cxn modelId="{48534FEA-6A33-4682-8E3F-CF23F6792B1E}" type="presOf" srcId="{63AFC9A5-DCCD-4EB9-BC7C-48E72EBF60C9}" destId="{4CE9254D-EACB-4CAA-B9FF-68740AE2F608}" srcOrd="0" destOrd="0" presId="urn:microsoft.com/office/officeart/2008/layout/VerticalCurvedList#3"/>
    <dgm:cxn modelId="{452C937A-612A-416B-892F-102B12FFF6C5}" type="presOf" srcId="{79F11C38-B99F-44E8-A7F5-C7068E9D2CC0}" destId="{4AAE3BD5-FB97-40B3-9AC1-75E2651CF234}" srcOrd="0" destOrd="0" presId="urn:microsoft.com/office/officeart/2008/layout/VerticalCurvedList#3"/>
    <dgm:cxn modelId="{B3187883-7D65-4609-9E83-F5CC5C479887}" srcId="{E94846C5-1464-4A4E-8E6C-7D47620ED6FE}" destId="{E73D2FF6-9AD3-41C5-8957-2B189D896FC0}" srcOrd="0" destOrd="0" parTransId="{54D84B6D-BBBF-415A-B718-02FF4E3E6EC4}" sibTransId="{79F11C38-B99F-44E8-A7F5-C7068E9D2CC0}"/>
    <dgm:cxn modelId="{25EC7BAE-AE29-4D8B-B14B-8A727CC16022}" srcId="{E94846C5-1464-4A4E-8E6C-7D47620ED6FE}" destId="{0361124C-DAE7-463D-B7E3-207FBF3BD403}" srcOrd="2" destOrd="0" parTransId="{206A2069-C782-4858-8866-31E25A1CF06E}" sibTransId="{78C535F3-0D83-468C-BC20-925CDF37B41F}"/>
    <dgm:cxn modelId="{6871A4D2-7C09-4200-B3C0-3F2331261B7B}" srcId="{E94846C5-1464-4A4E-8E6C-7D47620ED6FE}" destId="{63AFC9A5-DCCD-4EB9-BC7C-48E72EBF60C9}" srcOrd="3" destOrd="0" parTransId="{9A356292-E829-44C5-BE91-C4BCBA2AB017}" sibTransId="{ABC8B1AB-6DB4-4339-BEC7-DBFC9A76C854}"/>
    <dgm:cxn modelId="{4D1F4789-D253-4B05-BB3F-A71263A8FAB1}" type="presOf" srcId="{0361124C-DAE7-463D-B7E3-207FBF3BD403}" destId="{0346AD4A-BC0F-4E7F-9B81-3058E0FCC2B6}" srcOrd="0" destOrd="0" presId="urn:microsoft.com/office/officeart/2008/layout/VerticalCurvedList#3"/>
    <dgm:cxn modelId="{3832A125-2B32-47D8-9E5C-D28C10CA4CF6}" type="presOf" srcId="{45839F97-6D16-4156-A435-19137DCC8E1C}" destId="{6FDAD354-6DF6-443B-93B5-4AC121B6F384}" srcOrd="0" destOrd="0" presId="urn:microsoft.com/office/officeart/2008/layout/VerticalCurvedList#3"/>
    <dgm:cxn modelId="{9F08A5BA-6141-47F8-9261-E34146A06BE6}" type="presOf" srcId="{E73D2FF6-9AD3-41C5-8957-2B189D896FC0}" destId="{35920701-18C8-48B6-B776-8BD5461DE0B0}" srcOrd="0" destOrd="0" presId="urn:microsoft.com/office/officeart/2008/layout/VerticalCurvedList#3"/>
    <dgm:cxn modelId="{FF83634B-0D3D-4B0A-A8B0-297815C1D351}" srcId="{E94846C5-1464-4A4E-8E6C-7D47620ED6FE}" destId="{45839F97-6D16-4156-A435-19137DCC8E1C}" srcOrd="1" destOrd="0" parTransId="{494B8A5E-3A3B-4605-828A-6E4AAC6FE84E}" sibTransId="{EB7E1B72-96F1-4C38-AC7E-C5344B8F796E}"/>
    <dgm:cxn modelId="{6A6B18FC-C963-48FE-9F15-BC732095B978}" type="presOf" srcId="{E94846C5-1464-4A4E-8E6C-7D47620ED6FE}" destId="{1C422714-68C1-41D4-8FD7-56D8434EAB24}" srcOrd="0" destOrd="0" presId="urn:microsoft.com/office/officeart/2008/layout/VerticalCurvedList#3"/>
    <dgm:cxn modelId="{FEB6D39A-3221-42F8-98D7-04A15714AA68}" type="presParOf" srcId="{1C422714-68C1-41D4-8FD7-56D8434EAB24}" destId="{279DF454-2F8C-4A00-9DE3-0D1345A81747}" srcOrd="0" destOrd="0" presId="urn:microsoft.com/office/officeart/2008/layout/VerticalCurvedList#3"/>
    <dgm:cxn modelId="{887C7267-267A-49FE-BAC5-77E6FC39E4FF}" type="presParOf" srcId="{279DF454-2F8C-4A00-9DE3-0D1345A81747}" destId="{D949825C-4738-4C05-ADA3-6697C3FA39AD}" srcOrd="0" destOrd="0" presId="urn:microsoft.com/office/officeart/2008/layout/VerticalCurvedList#3"/>
    <dgm:cxn modelId="{138A5AA7-E2F2-4F5B-AD03-9D953ACBE3C2}" type="presParOf" srcId="{D949825C-4738-4C05-ADA3-6697C3FA39AD}" destId="{E09B5A50-FBE1-4E23-85E5-9F24FD76F890}" srcOrd="0" destOrd="0" presId="urn:microsoft.com/office/officeart/2008/layout/VerticalCurvedList#3"/>
    <dgm:cxn modelId="{1646C321-6FC1-4DEB-A6D9-414506DBE51A}" type="presParOf" srcId="{D949825C-4738-4C05-ADA3-6697C3FA39AD}" destId="{4AAE3BD5-FB97-40B3-9AC1-75E2651CF234}" srcOrd="1" destOrd="0" presId="urn:microsoft.com/office/officeart/2008/layout/VerticalCurvedList#3"/>
    <dgm:cxn modelId="{04C05912-9586-40CD-953B-EAF1D4CA1227}" type="presParOf" srcId="{D949825C-4738-4C05-ADA3-6697C3FA39AD}" destId="{7F1A05F5-86A2-470F-B8F3-813EBA736C3F}" srcOrd="2" destOrd="0" presId="urn:microsoft.com/office/officeart/2008/layout/VerticalCurvedList#3"/>
    <dgm:cxn modelId="{D8FA83D5-F288-45E9-A757-F34F6C332AA8}" type="presParOf" srcId="{D949825C-4738-4C05-ADA3-6697C3FA39AD}" destId="{FCBEEAE2-89B1-4BD5-8BC3-3207C4D7CDBA}" srcOrd="3" destOrd="0" presId="urn:microsoft.com/office/officeart/2008/layout/VerticalCurvedList#3"/>
    <dgm:cxn modelId="{308E9C0F-03DE-493D-AD7B-C5F861618557}" type="presParOf" srcId="{279DF454-2F8C-4A00-9DE3-0D1345A81747}" destId="{35920701-18C8-48B6-B776-8BD5461DE0B0}" srcOrd="1" destOrd="0" presId="urn:microsoft.com/office/officeart/2008/layout/VerticalCurvedList#3"/>
    <dgm:cxn modelId="{4F7DCDF5-6362-4D8D-BA6F-84512262078E}" type="presParOf" srcId="{279DF454-2F8C-4A00-9DE3-0D1345A81747}" destId="{8E9BB88F-9587-42DC-BCF1-8251938997E7}" srcOrd="2" destOrd="0" presId="urn:microsoft.com/office/officeart/2008/layout/VerticalCurvedList#3"/>
    <dgm:cxn modelId="{612F6BBA-3F5B-465C-8C8C-238C812AD44A}" type="presParOf" srcId="{8E9BB88F-9587-42DC-BCF1-8251938997E7}" destId="{3524F013-3D2D-4A1B-B4A1-2A672DC38E44}" srcOrd="0" destOrd="0" presId="urn:microsoft.com/office/officeart/2008/layout/VerticalCurvedList#3"/>
    <dgm:cxn modelId="{9EDB5FA3-8E36-451E-94D9-9954EB47B539}" type="presParOf" srcId="{279DF454-2F8C-4A00-9DE3-0D1345A81747}" destId="{6FDAD354-6DF6-443B-93B5-4AC121B6F384}" srcOrd="3" destOrd="0" presId="urn:microsoft.com/office/officeart/2008/layout/VerticalCurvedList#3"/>
    <dgm:cxn modelId="{4912B8BE-0EB8-445B-8867-27DDC9DD7B22}" type="presParOf" srcId="{279DF454-2F8C-4A00-9DE3-0D1345A81747}" destId="{6115160E-8A3C-48E5-BB0D-2EBC1D79FBFF}" srcOrd="4" destOrd="0" presId="urn:microsoft.com/office/officeart/2008/layout/VerticalCurvedList#3"/>
    <dgm:cxn modelId="{C06D41EB-3ECF-4047-A6CE-320F3747F562}" type="presParOf" srcId="{6115160E-8A3C-48E5-BB0D-2EBC1D79FBFF}" destId="{C416FE76-1C9A-4862-93DA-F04AEE5333F9}" srcOrd="0" destOrd="0" presId="urn:microsoft.com/office/officeart/2008/layout/VerticalCurvedList#3"/>
    <dgm:cxn modelId="{83EC751B-B15F-4415-BE9E-085F5106BE0D}" type="presParOf" srcId="{279DF454-2F8C-4A00-9DE3-0D1345A81747}" destId="{0346AD4A-BC0F-4E7F-9B81-3058E0FCC2B6}" srcOrd="5" destOrd="0" presId="urn:microsoft.com/office/officeart/2008/layout/VerticalCurvedList#3"/>
    <dgm:cxn modelId="{6634C327-FBD1-41C9-9A94-B725BF66DF01}" type="presParOf" srcId="{279DF454-2F8C-4A00-9DE3-0D1345A81747}" destId="{03958B43-77BC-4E7B-AF07-84E245D74395}" srcOrd="6" destOrd="0" presId="urn:microsoft.com/office/officeart/2008/layout/VerticalCurvedList#3"/>
    <dgm:cxn modelId="{BBD9A066-0898-4595-A5B7-65140B771E4E}" type="presParOf" srcId="{03958B43-77BC-4E7B-AF07-84E245D74395}" destId="{E1C85F0C-92D5-4E49-8CD2-179B34E7BF05}" srcOrd="0" destOrd="0" presId="urn:microsoft.com/office/officeart/2008/layout/VerticalCurvedList#3"/>
    <dgm:cxn modelId="{C3D8C254-C126-4CC9-B596-3A3878A37753}" type="presParOf" srcId="{279DF454-2F8C-4A00-9DE3-0D1345A81747}" destId="{4CE9254D-EACB-4CAA-B9FF-68740AE2F608}" srcOrd="7" destOrd="0" presId="urn:microsoft.com/office/officeart/2008/layout/VerticalCurvedList#3"/>
    <dgm:cxn modelId="{E62A0169-58B0-499E-A9DD-2A0141E90316}" type="presParOf" srcId="{279DF454-2F8C-4A00-9DE3-0D1345A81747}" destId="{76094A88-8A72-43BB-AD83-F7ACA6ACD460}" srcOrd="8" destOrd="0" presId="urn:microsoft.com/office/officeart/2008/layout/VerticalCurvedList#3"/>
    <dgm:cxn modelId="{68F0A035-8FE9-4DD9-A5DE-C7D2FB24B77B}" type="presParOf" srcId="{76094A88-8A72-43BB-AD83-F7ACA6ACD460}" destId="{D1BC2122-110F-4006-BC68-123935BFC589}" srcOrd="0" destOrd="0" presId="urn:microsoft.com/office/officeart/2008/layout/VerticalCurved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4E34B-0046-4B81-A9DA-0C9E5DFE8B8E}">
      <dsp:nvSpPr>
        <dsp:cNvPr id="0" name=""/>
        <dsp:cNvSpPr/>
      </dsp:nvSpPr>
      <dsp:spPr>
        <a:xfrm>
          <a:off x="0" y="228394"/>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EBA6F1DE-C94D-43F0-AB5F-606DD846573F}">
      <dsp:nvSpPr>
        <dsp:cNvPr id="0" name=""/>
        <dsp:cNvSpPr/>
      </dsp:nvSpPr>
      <dsp:spPr>
        <a:xfrm>
          <a:off x="414046" y="36514"/>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sz="1800" kern="1200" dirty="0" smtClean="0"/>
            <a:t>1.</a:t>
          </a:r>
          <a:r>
            <a:rPr lang="zh-CN" sz="1800" kern="1200" dirty="0" smtClean="0"/>
            <a:t>理解图像的分辨率和尺寸</a:t>
          </a:r>
          <a:endParaRPr lang="zh-CN" sz="1800" kern="1200" dirty="0"/>
        </a:p>
      </dsp:txBody>
      <dsp:txXfrm>
        <a:off x="432780" y="55248"/>
        <a:ext cx="5759176" cy="346292"/>
      </dsp:txXfrm>
    </dsp:sp>
    <dsp:sp modelId="{E2C58D90-2D1A-408B-9EC2-6FD730A175D7}">
      <dsp:nvSpPr>
        <dsp:cNvPr id="0" name=""/>
        <dsp:cNvSpPr/>
      </dsp:nvSpPr>
      <dsp:spPr>
        <a:xfrm>
          <a:off x="0" y="818074"/>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7D83CDEE-2F99-493B-B52E-1FD90A1619B9}">
      <dsp:nvSpPr>
        <dsp:cNvPr id="0" name=""/>
        <dsp:cNvSpPr/>
      </dsp:nvSpPr>
      <dsp:spPr>
        <a:xfrm>
          <a:off x="414046" y="62619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altLang="zh-CN" sz="1800" kern="1200" dirty="0" smtClean="0"/>
            <a:t>2.</a:t>
          </a:r>
          <a:r>
            <a:rPr lang="zh-CN" sz="1800" kern="1200" dirty="0" smtClean="0"/>
            <a:t>修齐和裁剪图像</a:t>
          </a:r>
          <a:endParaRPr lang="zh-CN" sz="1800" kern="1200" dirty="0"/>
        </a:p>
      </dsp:txBody>
      <dsp:txXfrm>
        <a:off x="432780" y="644929"/>
        <a:ext cx="5759176" cy="346292"/>
      </dsp:txXfrm>
    </dsp:sp>
    <dsp:sp modelId="{574B2154-706C-4891-82F9-38BBB63B9849}">
      <dsp:nvSpPr>
        <dsp:cNvPr id="0" name=""/>
        <dsp:cNvSpPr/>
      </dsp:nvSpPr>
      <dsp:spPr>
        <a:xfrm>
          <a:off x="0" y="140775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C89FB9D1-9CA2-4509-835B-0C100F305331}">
      <dsp:nvSpPr>
        <dsp:cNvPr id="0" name=""/>
        <dsp:cNvSpPr/>
      </dsp:nvSpPr>
      <dsp:spPr>
        <a:xfrm>
          <a:off x="414046" y="121587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sz="1800" kern="1200" dirty="0" smtClean="0"/>
            <a:t>3.</a:t>
          </a:r>
          <a:r>
            <a:rPr lang="zh-CN" sz="1800" kern="1200" dirty="0" smtClean="0"/>
            <a:t>调整图像的色调范围</a:t>
          </a:r>
          <a:endParaRPr lang="zh-CN" sz="1800" kern="1200" dirty="0"/>
        </a:p>
      </dsp:txBody>
      <dsp:txXfrm>
        <a:off x="432780" y="1234609"/>
        <a:ext cx="5759176" cy="346292"/>
      </dsp:txXfrm>
    </dsp:sp>
    <dsp:sp modelId="{255434E9-8FC8-4655-A6F2-73908F40E688}">
      <dsp:nvSpPr>
        <dsp:cNvPr id="0" name=""/>
        <dsp:cNvSpPr/>
      </dsp:nvSpPr>
      <dsp:spPr>
        <a:xfrm>
          <a:off x="0" y="199743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8E1FCB8-A73B-40FF-8903-69E0588E6ACC}">
      <dsp:nvSpPr>
        <dsp:cNvPr id="0" name=""/>
        <dsp:cNvSpPr/>
      </dsp:nvSpPr>
      <dsp:spPr>
        <a:xfrm>
          <a:off x="414046" y="180555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sz="1800" kern="1200" dirty="0" smtClean="0"/>
            <a:t>4.</a:t>
          </a:r>
          <a:r>
            <a:rPr lang="zh-CN" sz="1800" kern="1200" dirty="0" smtClean="0"/>
            <a:t>使用污点修复工具修复图像的一部分</a:t>
          </a:r>
          <a:endParaRPr lang="zh-CN" sz="1800" kern="1200" dirty="0"/>
        </a:p>
      </dsp:txBody>
      <dsp:txXfrm>
        <a:off x="432780" y="1824289"/>
        <a:ext cx="5759176" cy="346292"/>
      </dsp:txXfrm>
    </dsp:sp>
    <dsp:sp modelId="{6561F706-B5B6-4DFF-B101-85023C76B9F6}">
      <dsp:nvSpPr>
        <dsp:cNvPr id="0" name=""/>
        <dsp:cNvSpPr/>
      </dsp:nvSpPr>
      <dsp:spPr>
        <a:xfrm>
          <a:off x="0" y="258711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90BAAA5B-8C5E-4069-A9F2-A12F26231E06}">
      <dsp:nvSpPr>
        <dsp:cNvPr id="0" name=""/>
        <dsp:cNvSpPr/>
      </dsp:nvSpPr>
      <dsp:spPr>
        <a:xfrm>
          <a:off x="414046" y="239523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sz="1800" kern="1200" dirty="0" smtClean="0"/>
            <a:t>5.</a:t>
          </a:r>
          <a:r>
            <a:rPr lang="zh-CN" sz="1800" kern="1200" dirty="0" smtClean="0"/>
            <a:t>使用修补工具来替换图像区域</a:t>
          </a:r>
          <a:endParaRPr lang="zh-CN" sz="1800" kern="1200" dirty="0"/>
        </a:p>
      </dsp:txBody>
      <dsp:txXfrm>
        <a:off x="432780" y="2413969"/>
        <a:ext cx="5759176" cy="346292"/>
      </dsp:txXfrm>
    </dsp:sp>
    <dsp:sp modelId="{89A3240E-7CDA-4CCC-ADBA-B18223E35B17}">
      <dsp:nvSpPr>
        <dsp:cNvPr id="0" name=""/>
        <dsp:cNvSpPr/>
      </dsp:nvSpPr>
      <dsp:spPr>
        <a:xfrm>
          <a:off x="0" y="3183388"/>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4A2FDC41-973D-47B2-89A9-781A0DB11637}">
      <dsp:nvSpPr>
        <dsp:cNvPr id="0" name=""/>
        <dsp:cNvSpPr/>
      </dsp:nvSpPr>
      <dsp:spPr>
        <a:xfrm>
          <a:off x="414046" y="298491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sz="1800" kern="1200" dirty="0" smtClean="0"/>
            <a:t>6.</a:t>
          </a:r>
          <a:r>
            <a:rPr lang="zh-CN" sz="1800" kern="1200" dirty="0" smtClean="0"/>
            <a:t>从图像中删除文字痕迹</a:t>
          </a:r>
          <a:endParaRPr lang="zh-CN" sz="1800" kern="1200" dirty="0"/>
        </a:p>
      </dsp:txBody>
      <dsp:txXfrm>
        <a:off x="432780" y="3003649"/>
        <a:ext cx="5759176" cy="346292"/>
      </dsp:txXfrm>
    </dsp:sp>
    <dsp:sp modelId="{772C0164-EC1A-4BA6-91AF-4D7D35D3B083}">
      <dsp:nvSpPr>
        <dsp:cNvPr id="0" name=""/>
        <dsp:cNvSpPr/>
      </dsp:nvSpPr>
      <dsp:spPr>
        <a:xfrm>
          <a:off x="0" y="376647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C60E4F34-101C-4000-9B44-48EFC962F3B5}">
      <dsp:nvSpPr>
        <dsp:cNvPr id="0" name=""/>
        <dsp:cNvSpPr/>
      </dsp:nvSpPr>
      <dsp:spPr>
        <a:xfrm>
          <a:off x="414046" y="3574595"/>
          <a:ext cx="5796644"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en-US" altLang="zh-CN" sz="1800" kern="1200" dirty="0" smtClean="0"/>
            <a:t>7.</a:t>
          </a:r>
          <a:r>
            <a:rPr lang="zh-CN" sz="1800" kern="1200" dirty="0" smtClean="0"/>
            <a:t>应用智能滤镜来完成照片修饰过程</a:t>
          </a:r>
          <a:endParaRPr lang="zh-CN" sz="1800" kern="1200" dirty="0"/>
        </a:p>
      </dsp:txBody>
      <dsp:txXfrm>
        <a:off x="432780" y="3593329"/>
        <a:ext cx="5759176"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423F6-E2DC-4008-AFBA-49EC1374B9FA}">
      <dsp:nvSpPr>
        <dsp:cNvPr id="0" name=""/>
        <dsp:cNvSpPr/>
      </dsp:nvSpPr>
      <dsp:spPr>
        <a:xfrm>
          <a:off x="0" y="309634"/>
          <a:ext cx="4277275" cy="4277275"/>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551C42-6BCB-415F-AE05-12D4A118F503}">
      <dsp:nvSpPr>
        <dsp:cNvPr id="0" name=""/>
        <dsp:cNvSpPr/>
      </dsp:nvSpPr>
      <dsp:spPr>
        <a:xfrm>
          <a:off x="2138637" y="309634"/>
          <a:ext cx="4990154" cy="427727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1.</a:t>
          </a:r>
          <a:r>
            <a:rPr lang="zh-CN" sz="1900" kern="1200" dirty="0" smtClean="0">
              <a:latin typeface="+mn-ea"/>
              <a:ea typeface="+mn-ea"/>
            </a:rPr>
            <a:t>选择“</a:t>
          </a:r>
          <a:r>
            <a:rPr lang="en-US" sz="1900" kern="1200" dirty="0" smtClean="0">
              <a:latin typeface="+mn-ea"/>
              <a:ea typeface="+mn-ea"/>
            </a:rPr>
            <a:t>02Lesson</a:t>
          </a:r>
          <a:r>
            <a:rPr lang="zh-CN" sz="1900" kern="1200" dirty="0" smtClean="0">
              <a:latin typeface="+mn-ea"/>
              <a:ea typeface="+mn-ea"/>
            </a:rPr>
            <a:t>”</a:t>
          </a:r>
          <a:r>
            <a:rPr lang="en-US" sz="1900" kern="1200" dirty="0" smtClean="0">
              <a:latin typeface="+mn-ea"/>
              <a:ea typeface="+mn-ea"/>
            </a:rPr>
            <a:t>/</a:t>
          </a:r>
          <a:r>
            <a:rPr lang="zh-CN" sz="1900" kern="1200" dirty="0" smtClean="0">
              <a:latin typeface="+mn-ea"/>
              <a:ea typeface="+mn-ea"/>
            </a:rPr>
            <a:t>“范例”中的“</a:t>
          </a:r>
          <a:r>
            <a:rPr lang="en-US" sz="1900" kern="1200" dirty="0" smtClean="0">
              <a:latin typeface="+mn-ea"/>
              <a:ea typeface="+mn-ea"/>
            </a:rPr>
            <a:t>02</a:t>
          </a:r>
          <a:r>
            <a:rPr lang="zh-CN" sz="1900" kern="1200" dirty="0" smtClean="0">
              <a:latin typeface="+mn-ea"/>
              <a:ea typeface="+mn-ea"/>
            </a:rPr>
            <a:t>范例（</a:t>
          </a:r>
          <a:r>
            <a:rPr lang="en-US" sz="1900" kern="1200" dirty="0" smtClean="0">
              <a:latin typeface="+mn-ea"/>
              <a:ea typeface="+mn-ea"/>
            </a:rPr>
            <a:t>CC 2017</a:t>
          </a:r>
          <a:r>
            <a:rPr lang="zh-CN" sz="1900" kern="1200" dirty="0" smtClean="0">
              <a:latin typeface="+mn-ea"/>
              <a:ea typeface="+mn-ea"/>
            </a:rPr>
            <a:t>）</a:t>
          </a:r>
          <a:r>
            <a:rPr lang="en-US" sz="1900" kern="1200" dirty="0" smtClean="0">
              <a:latin typeface="+mn-ea"/>
              <a:ea typeface="+mn-ea"/>
            </a:rPr>
            <a:t>.</a:t>
          </a:r>
          <a:r>
            <a:rPr lang="en-US" sz="1900" kern="1200" dirty="0" err="1" smtClean="0">
              <a:latin typeface="+mn-ea"/>
              <a:ea typeface="+mn-ea"/>
            </a:rPr>
            <a:t>psd</a:t>
          </a:r>
          <a:r>
            <a:rPr lang="zh-CN" sz="1900" kern="1200" dirty="0" smtClean="0">
              <a:latin typeface="+mn-ea"/>
              <a:ea typeface="+mn-ea"/>
            </a:rPr>
            <a:t>”，右键点击选择“打开方式”选择“</a:t>
          </a:r>
          <a:r>
            <a:rPr lang="en-US" sz="1900" kern="1200" dirty="0" smtClean="0">
              <a:latin typeface="+mn-ea"/>
              <a:ea typeface="+mn-ea"/>
            </a:rPr>
            <a:t>Adobe Photoshop CC 2017</a:t>
          </a:r>
          <a:r>
            <a:rPr lang="zh-CN" sz="1900" kern="1200" dirty="0" smtClean="0">
              <a:latin typeface="+mn-ea"/>
              <a:ea typeface="+mn-ea"/>
            </a:rPr>
            <a:t>”。</a:t>
          </a:r>
          <a:endParaRPr lang="zh-CN" sz="1900" kern="1200" dirty="0">
            <a:latin typeface="+mn-ea"/>
            <a:ea typeface="+mn-ea"/>
          </a:endParaRPr>
        </a:p>
      </dsp:txBody>
      <dsp:txXfrm>
        <a:off x="2138637" y="309634"/>
        <a:ext cx="4990154" cy="1283185"/>
      </dsp:txXfrm>
    </dsp:sp>
    <dsp:sp modelId="{B08C6B0A-4D04-4EE2-8DDF-A9EAF5CAA992}">
      <dsp:nvSpPr>
        <dsp:cNvPr id="0" name=""/>
        <dsp:cNvSpPr/>
      </dsp:nvSpPr>
      <dsp:spPr>
        <a:xfrm>
          <a:off x="748524" y="1592819"/>
          <a:ext cx="2780226" cy="2780226"/>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F6951E-A267-4CE4-B387-AE9DA720519A}">
      <dsp:nvSpPr>
        <dsp:cNvPr id="0" name=""/>
        <dsp:cNvSpPr/>
      </dsp:nvSpPr>
      <dsp:spPr>
        <a:xfrm>
          <a:off x="2138637" y="1592819"/>
          <a:ext cx="4990154" cy="278022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altLang="zh-CN" sz="1900" kern="1200" dirty="0" smtClean="0"/>
            <a:t>2.</a:t>
          </a:r>
          <a:r>
            <a:rPr lang="zh-CN" sz="1900" kern="1200" dirty="0" smtClean="0"/>
            <a:t>同样用“</a:t>
          </a:r>
          <a:r>
            <a:rPr lang="en-US" sz="1900" kern="1200" dirty="0" smtClean="0"/>
            <a:t>Adobe Photoshop CC 2017</a:t>
          </a:r>
          <a:r>
            <a:rPr lang="zh-CN" sz="1900" kern="1200" dirty="0" smtClean="0"/>
            <a:t>”打开“</a:t>
          </a:r>
          <a:r>
            <a:rPr lang="en-US" sz="1900" kern="1200" dirty="0" smtClean="0"/>
            <a:t>02Lesson/</a:t>
          </a:r>
          <a:r>
            <a:rPr lang="zh-CN" sz="1900" kern="1200" dirty="0" smtClean="0"/>
            <a:t>范例</a:t>
          </a:r>
          <a:r>
            <a:rPr lang="en-US" sz="1900" kern="1200" dirty="0" smtClean="0"/>
            <a:t>/02Start/02</a:t>
          </a:r>
          <a:r>
            <a:rPr lang="zh-CN" sz="1900" kern="1200" dirty="0" smtClean="0"/>
            <a:t>范例</a:t>
          </a:r>
          <a:r>
            <a:rPr lang="en-US" sz="1900" kern="1200" dirty="0" smtClean="0"/>
            <a:t>Start</a:t>
          </a:r>
          <a:r>
            <a:rPr lang="zh-CN" sz="1900" kern="1200" dirty="0" smtClean="0"/>
            <a:t>（</a:t>
          </a:r>
          <a:r>
            <a:rPr lang="en-US" sz="1900" kern="1200" dirty="0" smtClean="0"/>
            <a:t>CC 2017</a:t>
          </a:r>
          <a:r>
            <a:rPr lang="zh-CN" sz="1900" kern="1200" dirty="0" smtClean="0"/>
            <a:t>）</a:t>
          </a:r>
          <a:r>
            <a:rPr lang="en-US" sz="1900" kern="1200" dirty="0" smtClean="0"/>
            <a:t>.jpg</a:t>
          </a:r>
          <a:r>
            <a:rPr lang="zh-CN" sz="1900" kern="1200" dirty="0" smtClean="0"/>
            <a:t>”文件。</a:t>
          </a:r>
          <a:endParaRPr lang="zh-CN" sz="1900" kern="1200" dirty="0"/>
        </a:p>
      </dsp:txBody>
      <dsp:txXfrm>
        <a:off x="2138637" y="1592819"/>
        <a:ext cx="4990154" cy="1283181"/>
      </dsp:txXfrm>
    </dsp:sp>
    <dsp:sp modelId="{B59CAFEB-D9AC-4A8B-A7C0-8B7032AC6AFB}">
      <dsp:nvSpPr>
        <dsp:cNvPr id="0" name=""/>
        <dsp:cNvSpPr/>
      </dsp:nvSpPr>
      <dsp:spPr>
        <a:xfrm>
          <a:off x="1497046" y="2876000"/>
          <a:ext cx="1283181" cy="1283181"/>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447271-883E-4467-AD2B-CA8D8C458124}">
      <dsp:nvSpPr>
        <dsp:cNvPr id="0" name=""/>
        <dsp:cNvSpPr/>
      </dsp:nvSpPr>
      <dsp:spPr>
        <a:xfrm>
          <a:off x="2138637" y="2893875"/>
          <a:ext cx="4990154" cy="1283181"/>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kern="1200" dirty="0" smtClean="0"/>
            <a:t>3.</a:t>
          </a:r>
          <a:r>
            <a:rPr lang="zh-CN" sz="1900" kern="1200" dirty="0" smtClean="0"/>
            <a:t>关闭</a:t>
          </a:r>
          <a:r>
            <a:rPr lang="zh-CN" sz="1900" b="0" kern="1200" dirty="0" smtClean="0"/>
            <a:t>预览</a:t>
          </a:r>
          <a:r>
            <a:rPr lang="zh-CN" sz="1900" kern="1200" dirty="0" smtClean="0"/>
            <a:t>窗口</a:t>
          </a:r>
          <a:endParaRPr lang="zh-CN" sz="1900" kern="1200" dirty="0"/>
        </a:p>
      </dsp:txBody>
      <dsp:txXfrm>
        <a:off x="2138637" y="2893875"/>
        <a:ext cx="4990154" cy="12831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4E34B-0046-4B81-A9DA-0C9E5DFE8B8E}">
      <dsp:nvSpPr>
        <dsp:cNvPr id="0" name=""/>
        <dsp:cNvSpPr/>
      </dsp:nvSpPr>
      <dsp:spPr>
        <a:xfrm>
          <a:off x="0" y="228394"/>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EBA6F1DE-C94D-43F0-AB5F-606DD846573F}">
      <dsp:nvSpPr>
        <dsp:cNvPr id="0" name=""/>
        <dsp:cNvSpPr/>
      </dsp:nvSpPr>
      <dsp:spPr>
        <a:xfrm>
          <a:off x="414046" y="36514"/>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zh-CN" altLang="en-US" sz="1800" kern="1200" dirty="0" smtClean="0"/>
            <a:t>复制原始图像或扫描件；对图像文件的副本进行处理。</a:t>
          </a:r>
          <a:endParaRPr lang="zh-CN" sz="1800" kern="1200" dirty="0"/>
        </a:p>
      </dsp:txBody>
      <dsp:txXfrm>
        <a:off x="432780" y="55248"/>
        <a:ext cx="7162543" cy="346292"/>
      </dsp:txXfrm>
    </dsp:sp>
    <dsp:sp modelId="{E2C58D90-2D1A-408B-9EC2-6FD730A175D7}">
      <dsp:nvSpPr>
        <dsp:cNvPr id="0" name=""/>
        <dsp:cNvSpPr/>
      </dsp:nvSpPr>
      <dsp:spPr>
        <a:xfrm>
          <a:off x="0" y="818074"/>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7D83CDEE-2F99-493B-B52E-1FD90A1619B9}">
      <dsp:nvSpPr>
        <dsp:cNvPr id="0" name=""/>
        <dsp:cNvSpPr/>
      </dsp:nvSpPr>
      <dsp:spPr>
        <a:xfrm>
          <a:off x="414046" y="62619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zh-CN" sz="1800" kern="1200" dirty="0" smtClean="0"/>
            <a:t>确保分辨率适合图像的使用方式。</a:t>
          </a:r>
          <a:endParaRPr lang="zh-CN" sz="1800" kern="1200" dirty="0"/>
        </a:p>
      </dsp:txBody>
      <dsp:txXfrm>
        <a:off x="432780" y="644929"/>
        <a:ext cx="7162543" cy="346292"/>
      </dsp:txXfrm>
    </dsp:sp>
    <dsp:sp modelId="{574B2154-706C-4891-82F9-38BBB63B9849}">
      <dsp:nvSpPr>
        <dsp:cNvPr id="0" name=""/>
        <dsp:cNvSpPr/>
      </dsp:nvSpPr>
      <dsp:spPr>
        <a:xfrm>
          <a:off x="0" y="140775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C89FB9D1-9CA2-4509-835B-0C100F305331}">
      <dsp:nvSpPr>
        <dsp:cNvPr id="0" name=""/>
        <dsp:cNvSpPr/>
      </dsp:nvSpPr>
      <dsp:spPr>
        <a:xfrm>
          <a:off x="414046" y="121587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zh-CN" sz="1800" kern="1200" dirty="0" smtClean="0"/>
            <a:t>裁剪图像至最终尺寸和方向。</a:t>
          </a:r>
          <a:endParaRPr lang="zh-CN" sz="1800" kern="1200" dirty="0"/>
        </a:p>
      </dsp:txBody>
      <dsp:txXfrm>
        <a:off x="432780" y="1234609"/>
        <a:ext cx="7162543" cy="346292"/>
      </dsp:txXfrm>
    </dsp:sp>
    <dsp:sp modelId="{255434E9-8FC8-4655-A6F2-73908F40E688}">
      <dsp:nvSpPr>
        <dsp:cNvPr id="0" name=""/>
        <dsp:cNvSpPr/>
      </dsp:nvSpPr>
      <dsp:spPr>
        <a:xfrm>
          <a:off x="0" y="199743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8E1FCB8-A73B-40FF-8903-69E0588E6ACC}">
      <dsp:nvSpPr>
        <dsp:cNvPr id="0" name=""/>
        <dsp:cNvSpPr/>
      </dsp:nvSpPr>
      <dsp:spPr>
        <a:xfrm>
          <a:off x="414046" y="180555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zh-CN" sz="1800" kern="1200" dirty="0" smtClean="0"/>
            <a:t>消除色偏。</a:t>
          </a:r>
          <a:endParaRPr lang="zh-CN" sz="1800" kern="1200" dirty="0"/>
        </a:p>
      </dsp:txBody>
      <dsp:txXfrm>
        <a:off x="432780" y="1824289"/>
        <a:ext cx="7162543" cy="346292"/>
      </dsp:txXfrm>
    </dsp:sp>
    <dsp:sp modelId="{6561F706-B5B6-4DFF-B101-85023C76B9F6}">
      <dsp:nvSpPr>
        <dsp:cNvPr id="0" name=""/>
        <dsp:cNvSpPr/>
      </dsp:nvSpPr>
      <dsp:spPr>
        <a:xfrm>
          <a:off x="0" y="258711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90BAAA5B-8C5E-4069-A9F2-A12F26231E06}">
      <dsp:nvSpPr>
        <dsp:cNvPr id="0" name=""/>
        <dsp:cNvSpPr/>
      </dsp:nvSpPr>
      <dsp:spPr>
        <a:xfrm>
          <a:off x="414046" y="239523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00100" rtl="0">
            <a:lnSpc>
              <a:spcPct val="90000"/>
            </a:lnSpc>
            <a:spcBef>
              <a:spcPct val="0"/>
            </a:spcBef>
            <a:spcAft>
              <a:spcPct val="35000"/>
            </a:spcAft>
          </a:pPr>
          <a:r>
            <a:rPr lang="zh-CN" sz="1800" kern="1200" dirty="0" smtClean="0"/>
            <a:t>调整图像的整体对比度或色调范围。</a:t>
          </a:r>
          <a:endParaRPr lang="zh-CN" sz="1800" kern="1200" dirty="0"/>
        </a:p>
      </dsp:txBody>
      <dsp:txXfrm>
        <a:off x="432780" y="2413969"/>
        <a:ext cx="7162543" cy="346292"/>
      </dsp:txXfrm>
    </dsp:sp>
    <dsp:sp modelId="{FB03AA74-C56C-4E3E-A99D-4731C75B812D}">
      <dsp:nvSpPr>
        <dsp:cNvPr id="0" name=""/>
        <dsp:cNvSpPr/>
      </dsp:nvSpPr>
      <dsp:spPr>
        <a:xfrm>
          <a:off x="0" y="317679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550B7AD-1C69-4B72-AC8E-90044B9D885B}">
      <dsp:nvSpPr>
        <dsp:cNvPr id="0" name=""/>
        <dsp:cNvSpPr/>
      </dsp:nvSpPr>
      <dsp:spPr>
        <a:xfrm>
          <a:off x="414046" y="298491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89000">
            <a:lnSpc>
              <a:spcPct val="90000"/>
            </a:lnSpc>
            <a:spcBef>
              <a:spcPct val="0"/>
            </a:spcBef>
            <a:spcAft>
              <a:spcPct val="35000"/>
            </a:spcAft>
          </a:pPr>
          <a:r>
            <a:rPr lang="zh-CN" altLang="en-US" sz="2000" kern="1200" dirty="0" smtClean="0"/>
            <a:t>修复受损照片扫描件的缺陷（如裂缝、粉尘或污渍</a:t>
          </a:r>
          <a:r>
            <a:rPr lang="zh-CN" altLang="en-US" sz="2000" kern="1200" dirty="0" smtClean="0"/>
            <a:t>）。</a:t>
          </a:r>
          <a:endParaRPr lang="zh-CN" altLang="en-US" sz="1300" kern="1200" dirty="0"/>
        </a:p>
      </dsp:txBody>
      <dsp:txXfrm>
        <a:off x="432780" y="3003649"/>
        <a:ext cx="7162543" cy="346292"/>
      </dsp:txXfrm>
    </dsp:sp>
    <dsp:sp modelId="{E5469E1C-25A7-42D7-AE59-F65155A6E476}">
      <dsp:nvSpPr>
        <dsp:cNvPr id="0" name=""/>
        <dsp:cNvSpPr/>
      </dsp:nvSpPr>
      <dsp:spPr>
        <a:xfrm>
          <a:off x="0" y="3766475"/>
          <a:ext cx="8280920" cy="3276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98D2D353-5490-477D-90A2-30F1354DF7C3}">
      <dsp:nvSpPr>
        <dsp:cNvPr id="0" name=""/>
        <dsp:cNvSpPr/>
      </dsp:nvSpPr>
      <dsp:spPr>
        <a:xfrm>
          <a:off x="414046" y="3574595"/>
          <a:ext cx="7200011" cy="383760"/>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9099" tIns="0" rIns="219099" bIns="0" numCol="1" spcCol="1270" anchor="ctr" anchorCtr="0">
          <a:noAutofit/>
        </a:bodyPr>
        <a:lstStyle/>
        <a:p>
          <a:pPr lvl="0" algn="l" defTabSz="889000">
            <a:lnSpc>
              <a:spcPct val="90000"/>
            </a:lnSpc>
            <a:spcBef>
              <a:spcPct val="0"/>
            </a:spcBef>
            <a:spcAft>
              <a:spcPct val="35000"/>
            </a:spcAft>
          </a:pPr>
          <a:r>
            <a:rPr lang="zh-CN" altLang="en-US" sz="2000" kern="1200" dirty="0" smtClean="0"/>
            <a:t>调整图像特定部分的颜色和</a:t>
          </a:r>
          <a:r>
            <a:rPr lang="zh-CN" altLang="en-US" sz="2000" kern="1200" dirty="0" smtClean="0"/>
            <a:t>色调。</a:t>
          </a:r>
          <a:endParaRPr lang="zh-CN" altLang="en-US" sz="2000" kern="1200" dirty="0"/>
        </a:p>
      </dsp:txBody>
      <dsp:txXfrm>
        <a:off x="432780" y="3593329"/>
        <a:ext cx="7162543" cy="34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7BFBF-731A-492A-BDBE-21F3CCCE3CC3}">
      <dsp:nvSpPr>
        <dsp:cNvPr id="0" name=""/>
        <dsp:cNvSpPr/>
      </dsp:nvSpPr>
      <dsp:spPr>
        <a:xfrm>
          <a:off x="0" y="0"/>
          <a:ext cx="4176463" cy="4176463"/>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071C698-8C82-440A-ADFD-A094FA07EA7B}">
      <dsp:nvSpPr>
        <dsp:cNvPr id="0" name=""/>
        <dsp:cNvSpPr/>
      </dsp:nvSpPr>
      <dsp:spPr>
        <a:xfrm>
          <a:off x="2088231" y="0"/>
          <a:ext cx="6135284" cy="417646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1.</a:t>
          </a:r>
          <a:r>
            <a:rPr lang="zh-CN" sz="2000" kern="1200" dirty="0" smtClean="0"/>
            <a:t>在“工具箱”中，选择“裁剪工具” 。</a:t>
          </a:r>
          <a:endParaRPr lang="zh-CN" sz="2000" kern="1200" dirty="0"/>
        </a:p>
      </dsp:txBody>
      <dsp:txXfrm>
        <a:off x="2088231" y="0"/>
        <a:ext cx="6135284" cy="668234"/>
      </dsp:txXfrm>
    </dsp:sp>
    <dsp:sp modelId="{D75EA9A9-8E32-4EF2-871D-59115E9C5084}">
      <dsp:nvSpPr>
        <dsp:cNvPr id="0" name=""/>
        <dsp:cNvSpPr/>
      </dsp:nvSpPr>
      <dsp:spPr>
        <a:xfrm>
          <a:off x="438528" y="668234"/>
          <a:ext cx="3299406" cy="3299406"/>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324B4832-3719-40BE-B680-A14A67D6454A}">
      <dsp:nvSpPr>
        <dsp:cNvPr id="0" name=""/>
        <dsp:cNvSpPr/>
      </dsp:nvSpPr>
      <dsp:spPr>
        <a:xfrm>
          <a:off x="2088231" y="668234"/>
          <a:ext cx="6135284" cy="3299406"/>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2.</a:t>
          </a:r>
          <a:r>
            <a:rPr lang="zh-CN" sz="2000" kern="1200" dirty="0" smtClean="0"/>
            <a:t>在选项栏中，从选择“预设长宽比或裁剪尺寸”下拉菜单中选择“宽×高×分辨率</a:t>
          </a:r>
          <a:r>
            <a:rPr lang="zh-CN" sz="2000" kern="1200" dirty="0" smtClean="0"/>
            <a:t>” 。</a:t>
          </a:r>
          <a:endParaRPr lang="zh-CN" sz="2000" kern="1200" dirty="0"/>
        </a:p>
      </dsp:txBody>
      <dsp:txXfrm>
        <a:off x="2088231" y="668234"/>
        <a:ext cx="6135284" cy="668234"/>
      </dsp:txXfrm>
    </dsp:sp>
    <dsp:sp modelId="{53E1B985-86B6-484F-BE18-D99F9D29881D}">
      <dsp:nvSpPr>
        <dsp:cNvPr id="0" name=""/>
        <dsp:cNvSpPr/>
      </dsp:nvSpPr>
      <dsp:spPr>
        <a:xfrm>
          <a:off x="877057" y="1336468"/>
          <a:ext cx="2422349" cy="2422349"/>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B7BD724-3330-4BAA-A3E8-4D38B9A14686}">
      <dsp:nvSpPr>
        <dsp:cNvPr id="0" name=""/>
        <dsp:cNvSpPr/>
      </dsp:nvSpPr>
      <dsp:spPr>
        <a:xfrm>
          <a:off x="2088231" y="1336468"/>
          <a:ext cx="6135284" cy="2422349"/>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3.</a:t>
          </a:r>
          <a:r>
            <a:rPr lang="zh-CN" sz="2000" kern="1200" dirty="0" smtClean="0"/>
            <a:t>在选项栏中输入图像的尺寸，“宽度”为</a:t>
          </a:r>
          <a:r>
            <a:rPr lang="en-US" sz="2000" kern="1200" dirty="0" smtClean="0"/>
            <a:t>12</a:t>
          </a:r>
          <a:r>
            <a:rPr lang="zh-CN" sz="2000" kern="1200" dirty="0" smtClean="0"/>
            <a:t>厘米，“高度”为</a:t>
          </a:r>
          <a:r>
            <a:rPr lang="en-US" sz="2000" kern="1200" dirty="0" smtClean="0"/>
            <a:t>8</a:t>
          </a:r>
          <a:r>
            <a:rPr lang="zh-CN" sz="2000" kern="1200" dirty="0" smtClean="0"/>
            <a:t>厘米，“分辨率”为</a:t>
          </a:r>
          <a:r>
            <a:rPr lang="en-US" sz="2000" kern="1200" dirty="0" smtClean="0"/>
            <a:t>1200</a:t>
          </a:r>
          <a:r>
            <a:rPr lang="zh-CN" sz="2000" kern="1200" dirty="0" smtClean="0"/>
            <a:t>像素</a:t>
          </a:r>
          <a:r>
            <a:rPr lang="en-US" sz="2000" kern="1200" dirty="0" smtClean="0"/>
            <a:t>/</a:t>
          </a:r>
          <a:r>
            <a:rPr lang="zh-CN" sz="2000" kern="1200" dirty="0" smtClean="0"/>
            <a:t>英寸</a:t>
          </a:r>
          <a:r>
            <a:rPr lang="zh-CN" altLang="en-US" sz="2000" kern="1200" dirty="0" smtClean="0"/>
            <a:t>。</a:t>
          </a:r>
          <a:endParaRPr lang="zh-CN" sz="2000" kern="1200" dirty="0"/>
        </a:p>
      </dsp:txBody>
      <dsp:txXfrm>
        <a:off x="2088231" y="1336468"/>
        <a:ext cx="6135284" cy="668234"/>
      </dsp:txXfrm>
    </dsp:sp>
    <dsp:sp modelId="{5D3DF294-26B4-4C42-9EE8-4E0F1E8EEFC0}">
      <dsp:nvSpPr>
        <dsp:cNvPr id="0" name=""/>
        <dsp:cNvSpPr/>
      </dsp:nvSpPr>
      <dsp:spPr>
        <a:xfrm>
          <a:off x="1315586" y="2004702"/>
          <a:ext cx="1545291" cy="1545291"/>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50355B4-6632-4CC6-BAED-436AD4AECEC5}">
      <dsp:nvSpPr>
        <dsp:cNvPr id="0" name=""/>
        <dsp:cNvSpPr/>
      </dsp:nvSpPr>
      <dsp:spPr>
        <a:xfrm>
          <a:off x="2088231" y="2004702"/>
          <a:ext cx="6135284" cy="1545291"/>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4.</a:t>
          </a:r>
          <a:r>
            <a:rPr lang="zh-CN" sz="2000" kern="1200" dirty="0" smtClean="0"/>
            <a:t>点击“确定”即会出现裁剪网格。裁剪框外面的区域将被裁剪覆盖，开始修齐图像。</a:t>
          </a:r>
          <a:endParaRPr lang="zh-CN" sz="2000" kern="1200" dirty="0"/>
        </a:p>
      </dsp:txBody>
      <dsp:txXfrm>
        <a:off x="2088231" y="2004702"/>
        <a:ext cx="6135284" cy="668234"/>
      </dsp:txXfrm>
    </dsp:sp>
    <dsp:sp modelId="{DB50A436-AF0B-4E0A-AA88-B9019C0E8840}">
      <dsp:nvSpPr>
        <dsp:cNvPr id="0" name=""/>
        <dsp:cNvSpPr/>
      </dsp:nvSpPr>
      <dsp:spPr>
        <a:xfrm>
          <a:off x="1754114" y="2672936"/>
          <a:ext cx="668234" cy="668234"/>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F6902FA-2FCF-4137-B352-D02EBC75EC92}">
      <dsp:nvSpPr>
        <dsp:cNvPr id="0" name=""/>
        <dsp:cNvSpPr/>
      </dsp:nvSpPr>
      <dsp:spPr>
        <a:xfrm>
          <a:off x="2088231" y="2672936"/>
          <a:ext cx="6135284" cy="668234"/>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5.</a:t>
          </a:r>
          <a:r>
            <a:rPr lang="zh-CN" sz="2000" kern="1200" dirty="0" smtClean="0"/>
            <a:t>在“选项栏”中点击“拉直”，指针变为</a:t>
          </a:r>
          <a:r>
            <a:rPr lang="zh-CN" sz="2000" kern="1200" dirty="0" smtClean="0"/>
            <a:t>“拉直工具”</a:t>
          </a:r>
          <a:r>
            <a:rPr lang="zh-CN" altLang="en-US" sz="2000" kern="1200" dirty="0" smtClean="0"/>
            <a:t>。</a:t>
          </a:r>
          <a:endParaRPr lang="zh-CN" sz="2000" kern="1200" dirty="0"/>
        </a:p>
      </dsp:txBody>
      <dsp:txXfrm>
        <a:off x="2088231" y="2672936"/>
        <a:ext cx="6135284" cy="6682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7BFBF-731A-492A-BDBE-21F3CCCE3CC3}">
      <dsp:nvSpPr>
        <dsp:cNvPr id="0" name=""/>
        <dsp:cNvSpPr/>
      </dsp:nvSpPr>
      <dsp:spPr>
        <a:xfrm>
          <a:off x="0" y="0"/>
          <a:ext cx="4032447" cy="4032447"/>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071C698-8C82-440A-ADFD-A094FA07EA7B}">
      <dsp:nvSpPr>
        <dsp:cNvPr id="0" name=""/>
        <dsp:cNvSpPr/>
      </dsp:nvSpPr>
      <dsp:spPr>
        <a:xfrm>
          <a:off x="2016223" y="0"/>
          <a:ext cx="6207292" cy="403244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6.</a:t>
          </a:r>
          <a:r>
            <a:rPr lang="zh-CN" sz="2000" kern="1200" dirty="0" smtClean="0"/>
            <a:t>点击照片左上角，沿着照片顶部边缘拖动一条直线</a:t>
          </a:r>
          <a:r>
            <a:rPr lang="zh-CN" altLang="en-US" sz="2000" kern="1200" dirty="0" smtClean="0"/>
            <a:t>。</a:t>
          </a:r>
          <a:endParaRPr lang="zh-CN" sz="2000" kern="1200" dirty="0"/>
        </a:p>
      </dsp:txBody>
      <dsp:txXfrm>
        <a:off x="2016223" y="0"/>
        <a:ext cx="6207292" cy="645191"/>
      </dsp:txXfrm>
    </dsp:sp>
    <dsp:sp modelId="{D75EA9A9-8E32-4EF2-871D-59115E9C5084}">
      <dsp:nvSpPr>
        <dsp:cNvPr id="0" name=""/>
        <dsp:cNvSpPr/>
      </dsp:nvSpPr>
      <dsp:spPr>
        <a:xfrm>
          <a:off x="423407" y="645191"/>
          <a:ext cx="3185633" cy="3185633"/>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324B4832-3719-40BE-B680-A14A67D6454A}">
      <dsp:nvSpPr>
        <dsp:cNvPr id="0" name=""/>
        <dsp:cNvSpPr/>
      </dsp:nvSpPr>
      <dsp:spPr>
        <a:xfrm>
          <a:off x="2016223" y="645191"/>
          <a:ext cx="6207292" cy="318563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7.</a:t>
          </a:r>
          <a:r>
            <a:rPr lang="zh-CN" sz="2000" kern="1200" dirty="0" smtClean="0"/>
            <a:t>拖动“裁剪网格角”四周上的手柄，使其达到照片本身的边角部分，这样可以裁剪掉白色边框。</a:t>
          </a:r>
          <a:endParaRPr lang="zh-CN" sz="2000" kern="1200" dirty="0"/>
        </a:p>
      </dsp:txBody>
      <dsp:txXfrm>
        <a:off x="2016223" y="645191"/>
        <a:ext cx="6207292" cy="645191"/>
      </dsp:txXfrm>
    </dsp:sp>
    <dsp:sp modelId="{53E1B985-86B6-484F-BE18-D99F9D29881D}">
      <dsp:nvSpPr>
        <dsp:cNvPr id="0" name=""/>
        <dsp:cNvSpPr/>
      </dsp:nvSpPr>
      <dsp:spPr>
        <a:xfrm>
          <a:off x="846814" y="1290383"/>
          <a:ext cx="2338819" cy="2338819"/>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B7BD724-3330-4BAA-A3E8-4D38B9A14686}">
      <dsp:nvSpPr>
        <dsp:cNvPr id="0" name=""/>
        <dsp:cNvSpPr/>
      </dsp:nvSpPr>
      <dsp:spPr>
        <a:xfrm>
          <a:off x="2016223" y="1290383"/>
          <a:ext cx="6207292" cy="2338819"/>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8.</a:t>
          </a:r>
          <a:r>
            <a:rPr lang="zh-CN" sz="2000" kern="1200" dirty="0" smtClean="0"/>
            <a:t>按下</a:t>
          </a:r>
          <a:r>
            <a:rPr lang="en-US" sz="2000" kern="1200" dirty="0" smtClean="0"/>
            <a:t>Enter</a:t>
          </a:r>
          <a:r>
            <a:rPr lang="zh-CN" sz="2000" kern="1200" dirty="0" smtClean="0"/>
            <a:t>键或</a:t>
          </a:r>
          <a:r>
            <a:rPr lang="en-US" sz="2000" kern="1200" dirty="0" smtClean="0"/>
            <a:t>Return</a:t>
          </a:r>
          <a:r>
            <a:rPr lang="zh-CN" sz="2000" kern="1200" dirty="0" smtClean="0"/>
            <a:t>键。</a:t>
          </a:r>
          <a:endParaRPr lang="zh-CN" sz="2000" kern="1200" dirty="0"/>
        </a:p>
      </dsp:txBody>
      <dsp:txXfrm>
        <a:off x="2016223" y="1290383"/>
        <a:ext cx="6207292" cy="645191"/>
      </dsp:txXfrm>
    </dsp:sp>
    <dsp:sp modelId="{5D3DF294-26B4-4C42-9EE8-4E0F1E8EEFC0}">
      <dsp:nvSpPr>
        <dsp:cNvPr id="0" name=""/>
        <dsp:cNvSpPr/>
      </dsp:nvSpPr>
      <dsp:spPr>
        <a:xfrm>
          <a:off x="1270221" y="1935575"/>
          <a:ext cx="1492005" cy="1492005"/>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50355B4-6632-4CC6-BAED-436AD4AECEC5}">
      <dsp:nvSpPr>
        <dsp:cNvPr id="0" name=""/>
        <dsp:cNvSpPr/>
      </dsp:nvSpPr>
      <dsp:spPr>
        <a:xfrm>
          <a:off x="2016223" y="1935575"/>
          <a:ext cx="6207292" cy="149200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9.</a:t>
          </a:r>
          <a:r>
            <a:rPr lang="zh-CN" sz="2000" kern="1200" dirty="0" smtClean="0"/>
            <a:t>图像裁剪完成，你可以根据自己的要求进行修齐、大小和位置设定。</a:t>
          </a:r>
          <a:endParaRPr lang="zh-CN" sz="2000" kern="1200" dirty="0"/>
        </a:p>
      </dsp:txBody>
      <dsp:txXfrm>
        <a:off x="2016223" y="1935575"/>
        <a:ext cx="6207292" cy="645191"/>
      </dsp:txXfrm>
    </dsp:sp>
    <dsp:sp modelId="{DB50A436-AF0B-4E0A-AA88-B9019C0E8840}">
      <dsp:nvSpPr>
        <dsp:cNvPr id="0" name=""/>
        <dsp:cNvSpPr/>
      </dsp:nvSpPr>
      <dsp:spPr>
        <a:xfrm>
          <a:off x="1693628" y="2580766"/>
          <a:ext cx="645191" cy="645191"/>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F6902FA-2FCF-4137-B352-D02EBC75EC92}">
      <dsp:nvSpPr>
        <dsp:cNvPr id="0" name=""/>
        <dsp:cNvSpPr/>
      </dsp:nvSpPr>
      <dsp:spPr>
        <a:xfrm>
          <a:off x="2016223" y="2580766"/>
          <a:ext cx="6207292" cy="645191"/>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10.</a:t>
          </a:r>
          <a:r>
            <a:rPr lang="zh-CN" sz="2000" kern="1200" dirty="0" smtClean="0"/>
            <a:t>选择“文件”</a:t>
          </a:r>
          <a:r>
            <a:rPr lang="en-US" sz="2000" kern="1200" dirty="0" smtClean="0"/>
            <a:t> &gt; </a:t>
          </a:r>
          <a:r>
            <a:rPr lang="zh-CN" sz="2000" kern="1200" dirty="0" smtClean="0"/>
            <a:t>“存储”，保存你的工作</a:t>
          </a:r>
          <a:r>
            <a:rPr lang="zh-CN" altLang="en-US" sz="2000" kern="1200" dirty="0" smtClean="0"/>
            <a:t>。</a:t>
          </a:r>
          <a:endParaRPr lang="zh-CN" sz="2000" kern="1200" dirty="0"/>
        </a:p>
      </dsp:txBody>
      <dsp:txXfrm>
        <a:off x="2016223" y="2580766"/>
        <a:ext cx="6207292" cy="6451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89519-10A3-4A99-860C-D482054C1234}">
      <dsp:nvSpPr>
        <dsp:cNvPr id="0" name=""/>
        <dsp:cNvSpPr/>
      </dsp:nvSpPr>
      <dsp:spPr>
        <a:xfrm>
          <a:off x="-4884512" y="-748522"/>
          <a:ext cx="5817525" cy="5817525"/>
        </a:xfrm>
        <a:prstGeom prst="blockArc">
          <a:avLst>
            <a:gd name="adj1" fmla="val 18900000"/>
            <a:gd name="adj2" fmla="val 2700000"/>
            <a:gd name="adj3" fmla="val 371"/>
          </a:avLst>
        </a:pr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A99D4E4-DF3F-4DA0-8E98-142CD4CCE55B}">
      <dsp:nvSpPr>
        <dsp:cNvPr id="0" name=""/>
        <dsp:cNvSpPr/>
      </dsp:nvSpPr>
      <dsp:spPr>
        <a:xfrm>
          <a:off x="488599" y="332158"/>
          <a:ext cx="7926123" cy="66466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7576" tIns="50800" rIns="50800" bIns="50800" numCol="1" spcCol="1270" anchor="ctr" anchorCtr="0">
          <a:noAutofit/>
        </a:bodyPr>
        <a:lstStyle/>
        <a:p>
          <a:pPr lvl="0" algn="l" defTabSz="889000" rtl="0">
            <a:lnSpc>
              <a:spcPct val="90000"/>
            </a:lnSpc>
            <a:spcBef>
              <a:spcPct val="0"/>
            </a:spcBef>
            <a:spcAft>
              <a:spcPct val="35000"/>
            </a:spcAft>
          </a:pPr>
          <a:r>
            <a:rPr lang="en-US" sz="2000" kern="1200" dirty="0" smtClean="0"/>
            <a:t>1.</a:t>
          </a:r>
          <a:r>
            <a:rPr lang="zh-CN" sz="2000" kern="1200" dirty="0" smtClean="0"/>
            <a:t>按住键盘的“</a:t>
          </a:r>
          <a:r>
            <a:rPr lang="en-US" sz="2000" kern="1200" dirty="0" smtClean="0"/>
            <a:t>Ctrl+</a:t>
          </a:r>
          <a:r>
            <a:rPr lang="zh-CN" sz="2000" kern="1200" dirty="0" smtClean="0"/>
            <a:t>”放大图像，以便清晰地看到折痕。</a:t>
          </a:r>
          <a:endParaRPr lang="zh-CN" sz="2000" kern="1200" dirty="0"/>
        </a:p>
      </dsp:txBody>
      <dsp:txXfrm>
        <a:off x="488599" y="332158"/>
        <a:ext cx="7926123" cy="664662"/>
      </dsp:txXfrm>
    </dsp:sp>
    <dsp:sp modelId="{8D012737-28A9-4EF7-8D7A-49B609E03480}">
      <dsp:nvSpPr>
        <dsp:cNvPr id="0" name=""/>
        <dsp:cNvSpPr/>
      </dsp:nvSpPr>
      <dsp:spPr>
        <a:xfrm>
          <a:off x="73185" y="249075"/>
          <a:ext cx="830828" cy="830828"/>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3241654-B482-4D75-9EA0-9E237D2E8C03}">
      <dsp:nvSpPr>
        <dsp:cNvPr id="0" name=""/>
        <dsp:cNvSpPr/>
      </dsp:nvSpPr>
      <dsp:spPr>
        <a:xfrm>
          <a:off x="869665" y="1329325"/>
          <a:ext cx="7545056" cy="66466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7576" tIns="50800" rIns="50800" bIns="50800" numCol="1" spcCol="1270" anchor="ctr" anchorCtr="0">
          <a:noAutofit/>
        </a:bodyPr>
        <a:lstStyle/>
        <a:p>
          <a:pPr lvl="0" algn="l" defTabSz="889000" rtl="0">
            <a:lnSpc>
              <a:spcPct val="90000"/>
            </a:lnSpc>
            <a:spcBef>
              <a:spcPct val="0"/>
            </a:spcBef>
            <a:spcAft>
              <a:spcPct val="35000"/>
            </a:spcAft>
          </a:pPr>
          <a:r>
            <a:rPr lang="en-US" sz="2000" kern="1200" dirty="0" smtClean="0"/>
            <a:t>2.</a:t>
          </a:r>
          <a:r>
            <a:rPr lang="zh-CN" sz="2000" kern="1200" dirty="0" smtClean="0"/>
            <a:t>在“工具箱”中，选择“污点修复画笔工具”。</a:t>
          </a:r>
          <a:endParaRPr lang="zh-CN" sz="2000" kern="1200" dirty="0"/>
        </a:p>
      </dsp:txBody>
      <dsp:txXfrm>
        <a:off x="869665" y="1329325"/>
        <a:ext cx="7545056" cy="664662"/>
      </dsp:txXfrm>
    </dsp:sp>
    <dsp:sp modelId="{5F66D6EC-8843-488A-A885-BD2F4BD5045A}">
      <dsp:nvSpPr>
        <dsp:cNvPr id="0" name=""/>
        <dsp:cNvSpPr/>
      </dsp:nvSpPr>
      <dsp:spPr>
        <a:xfrm>
          <a:off x="454251" y="1246242"/>
          <a:ext cx="830828" cy="830828"/>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3540DC7-C3C7-4ED5-B8B3-70F61ECA4D53}">
      <dsp:nvSpPr>
        <dsp:cNvPr id="0" name=""/>
        <dsp:cNvSpPr/>
      </dsp:nvSpPr>
      <dsp:spPr>
        <a:xfrm>
          <a:off x="869665" y="2292501"/>
          <a:ext cx="7545056" cy="73264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7576" tIns="50800" rIns="50800" bIns="50800" numCol="1" spcCol="1270" anchor="ctr" anchorCtr="0">
          <a:noAutofit/>
        </a:bodyPr>
        <a:lstStyle/>
        <a:p>
          <a:pPr lvl="0" algn="l" defTabSz="889000" rtl="0">
            <a:lnSpc>
              <a:spcPct val="90000"/>
            </a:lnSpc>
            <a:spcBef>
              <a:spcPct val="0"/>
            </a:spcBef>
            <a:spcAft>
              <a:spcPct val="35000"/>
            </a:spcAft>
          </a:pPr>
          <a:r>
            <a:rPr lang="en-US" sz="2000" kern="1200" dirty="0" smtClean="0"/>
            <a:t>3.</a:t>
          </a:r>
          <a:r>
            <a:rPr lang="zh-CN" sz="2000" kern="1200" dirty="0" smtClean="0"/>
            <a:t>在选项栏中，打开刷子弹出面板，将“大小”设置为“</a:t>
          </a:r>
          <a:r>
            <a:rPr lang="en-US" sz="2000" kern="1200" dirty="0" smtClean="0"/>
            <a:t>100</a:t>
          </a:r>
          <a:r>
            <a:rPr lang="zh-CN" sz="2000" kern="1200" dirty="0" smtClean="0"/>
            <a:t>”像素，将“硬度”设置为“</a:t>
          </a:r>
          <a:r>
            <a:rPr lang="en-US" sz="2000" kern="1200" dirty="0" smtClean="0"/>
            <a:t>­100%</a:t>
          </a:r>
          <a:r>
            <a:rPr lang="zh-CN" sz="2000" kern="1200" dirty="0" smtClean="0"/>
            <a:t>”</a:t>
          </a:r>
          <a:r>
            <a:rPr lang="zh-CN" sz="2000" kern="1200" dirty="0" smtClean="0"/>
            <a:t>。</a:t>
          </a:r>
          <a:endParaRPr lang="zh-CN" sz="2000" kern="1200" dirty="0"/>
        </a:p>
      </dsp:txBody>
      <dsp:txXfrm>
        <a:off x="869665" y="2292501"/>
        <a:ext cx="7545056" cy="732644"/>
      </dsp:txXfrm>
    </dsp:sp>
    <dsp:sp modelId="{CEAED82E-3C32-4E7F-BF77-C5C28F8F5672}">
      <dsp:nvSpPr>
        <dsp:cNvPr id="0" name=""/>
        <dsp:cNvSpPr/>
      </dsp:nvSpPr>
      <dsp:spPr>
        <a:xfrm>
          <a:off x="454251" y="2243409"/>
          <a:ext cx="830828" cy="830828"/>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FDA4E2EC-E3C4-4BF2-9686-C77B6E993FD2}">
      <dsp:nvSpPr>
        <dsp:cNvPr id="0" name=""/>
        <dsp:cNvSpPr/>
      </dsp:nvSpPr>
      <dsp:spPr>
        <a:xfrm>
          <a:off x="488599" y="3323658"/>
          <a:ext cx="7926123" cy="66466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7576" tIns="50800" rIns="50800" bIns="50800" numCol="1" spcCol="1270" anchor="ctr" anchorCtr="0">
          <a:noAutofit/>
        </a:bodyPr>
        <a:lstStyle/>
        <a:p>
          <a:pPr lvl="0" algn="l" defTabSz="889000" rtl="0">
            <a:lnSpc>
              <a:spcPct val="90000"/>
            </a:lnSpc>
            <a:spcBef>
              <a:spcPct val="0"/>
            </a:spcBef>
            <a:spcAft>
              <a:spcPct val="35000"/>
            </a:spcAft>
          </a:pPr>
          <a:r>
            <a:rPr lang="en-US" sz="2000" kern="1200" dirty="0" smtClean="0"/>
            <a:t>4. </a:t>
          </a:r>
          <a:r>
            <a:rPr lang="zh-CN" sz="2000" kern="1200" dirty="0" smtClean="0"/>
            <a:t>在图像窗口中，将“污点修复画笔工具”自折痕的顶部拖拽到底部。向下</a:t>
          </a:r>
          <a:r>
            <a:rPr lang="en-US" sz="2000" kern="1200" dirty="0" smtClean="0"/>
            <a:t>3~5</a:t>
          </a:r>
          <a:r>
            <a:rPr lang="zh-CN" sz="2000" kern="1200" dirty="0" smtClean="0"/>
            <a:t>次齐整描边之后，就可以修复整个折痕。</a:t>
          </a:r>
          <a:endParaRPr lang="zh-CN" sz="2000" kern="1200" dirty="0"/>
        </a:p>
      </dsp:txBody>
      <dsp:txXfrm>
        <a:off x="488599" y="3323658"/>
        <a:ext cx="7926123" cy="664662"/>
      </dsp:txXfrm>
    </dsp:sp>
    <dsp:sp modelId="{A5AB0438-6710-46EB-B95B-209856DD0AE5}">
      <dsp:nvSpPr>
        <dsp:cNvPr id="0" name=""/>
        <dsp:cNvSpPr/>
      </dsp:nvSpPr>
      <dsp:spPr>
        <a:xfrm>
          <a:off x="73185" y="3240576"/>
          <a:ext cx="830828" cy="830828"/>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F8098-BE43-4068-844F-08ADE8B6E49A}">
      <dsp:nvSpPr>
        <dsp:cNvPr id="0" name=""/>
        <dsp:cNvSpPr/>
      </dsp:nvSpPr>
      <dsp:spPr>
        <a:xfrm>
          <a:off x="-4651351" y="-704407"/>
          <a:ext cx="5472816" cy="5472816"/>
        </a:xfrm>
        <a:prstGeom prst="blockArc">
          <a:avLst>
            <a:gd name="adj1" fmla="val 18900000"/>
            <a:gd name="adj2" fmla="val 2700000"/>
            <a:gd name="adj3" fmla="val 39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499A5A-6D43-4828-881B-45D9B6D53268}">
      <dsp:nvSpPr>
        <dsp:cNvPr id="0" name=""/>
        <dsp:cNvSpPr/>
      </dsp:nvSpPr>
      <dsp:spPr>
        <a:xfrm>
          <a:off x="515315" y="288032"/>
          <a:ext cx="5042458" cy="62520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50800" rIns="50800" bIns="50800" numCol="1" spcCol="1270" anchor="ctr" anchorCtr="0">
          <a:noAutofit/>
        </a:bodyPr>
        <a:lstStyle/>
        <a:p>
          <a:pPr lvl="0" algn="l" defTabSz="889000">
            <a:lnSpc>
              <a:spcPct val="90000"/>
            </a:lnSpc>
            <a:spcBef>
              <a:spcPct val="0"/>
            </a:spcBef>
            <a:spcAft>
              <a:spcPct val="35000"/>
            </a:spcAft>
          </a:pPr>
          <a:r>
            <a:rPr lang="en-US" sz="2000" kern="1200" dirty="0" smtClean="0">
              <a:latin typeface="+mn-ea"/>
              <a:ea typeface="+mn-ea"/>
            </a:rPr>
            <a:t>1.</a:t>
          </a:r>
          <a:r>
            <a:rPr lang="zh-CN" sz="2000" kern="1200" dirty="0" smtClean="0"/>
            <a:t>在“工具箱”中，选择“修补工具”</a:t>
          </a:r>
          <a:r>
            <a:rPr lang="zh-CN" altLang="en-US" sz="2000" kern="1200" dirty="0" smtClean="0"/>
            <a:t>。</a:t>
          </a:r>
          <a:endParaRPr lang="zh-CN" altLang="en-US" sz="2000" kern="1200" dirty="0">
            <a:latin typeface="+mn-ea"/>
            <a:ea typeface="+mn-ea"/>
          </a:endParaRPr>
        </a:p>
      </dsp:txBody>
      <dsp:txXfrm>
        <a:off x="515315" y="288032"/>
        <a:ext cx="5042458" cy="625205"/>
      </dsp:txXfrm>
    </dsp:sp>
    <dsp:sp modelId="{76D2F183-2317-496B-B174-28B1B98BFFF0}">
      <dsp:nvSpPr>
        <dsp:cNvPr id="0" name=""/>
        <dsp:cNvSpPr/>
      </dsp:nvSpPr>
      <dsp:spPr>
        <a:xfrm>
          <a:off x="12358" y="234289"/>
          <a:ext cx="781507" cy="7815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183C1C-1502-4E8D-B9BC-EDC3592FC8E3}">
      <dsp:nvSpPr>
        <dsp:cNvPr id="0" name=""/>
        <dsp:cNvSpPr/>
      </dsp:nvSpPr>
      <dsp:spPr>
        <a:xfrm>
          <a:off x="647524" y="1199038"/>
          <a:ext cx="4912078" cy="7279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50800" rIns="50800" bIns="50800" numCol="1" spcCol="1270" anchor="ctr" anchorCtr="0">
          <a:noAutofit/>
        </a:bodyPr>
        <a:lstStyle/>
        <a:p>
          <a:pPr lvl="0" algn="l" defTabSz="889000">
            <a:lnSpc>
              <a:spcPct val="90000"/>
            </a:lnSpc>
            <a:spcBef>
              <a:spcPct val="0"/>
            </a:spcBef>
            <a:spcAft>
              <a:spcPct val="35000"/>
            </a:spcAft>
          </a:pPr>
          <a:r>
            <a:rPr lang="en-US" sz="2000" kern="1200" dirty="0" smtClean="0">
              <a:latin typeface="+mn-ea"/>
              <a:ea typeface="+mn-ea"/>
            </a:rPr>
            <a:t>2.</a:t>
          </a:r>
          <a:r>
            <a:rPr lang="zh-CN" sz="2000" kern="1200" dirty="0" smtClean="0"/>
            <a:t>框选出左侧文字水印部分。</a:t>
          </a:r>
          <a:endParaRPr lang="zh-CN" altLang="en-US" sz="2000" kern="1200" dirty="0">
            <a:latin typeface="+mn-ea"/>
            <a:ea typeface="+mn-ea"/>
          </a:endParaRPr>
        </a:p>
      </dsp:txBody>
      <dsp:txXfrm>
        <a:off x="647524" y="1199038"/>
        <a:ext cx="4912078" cy="727952"/>
      </dsp:txXfrm>
    </dsp:sp>
    <dsp:sp modelId="{BF4D2421-0114-4FE4-840A-4FFABA99FCBC}">
      <dsp:nvSpPr>
        <dsp:cNvPr id="0" name=""/>
        <dsp:cNvSpPr/>
      </dsp:nvSpPr>
      <dsp:spPr>
        <a:xfrm>
          <a:off x="370803" y="1172260"/>
          <a:ext cx="781507" cy="7815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49EE75-9CE3-474A-8D11-B915F64D830C}">
      <dsp:nvSpPr>
        <dsp:cNvPr id="0" name=""/>
        <dsp:cNvSpPr/>
      </dsp:nvSpPr>
      <dsp:spPr>
        <a:xfrm>
          <a:off x="833784" y="2176481"/>
          <a:ext cx="4684014" cy="703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50800" rIns="50800" bIns="50800" numCol="1" spcCol="1270" anchor="ctr" anchorCtr="0">
          <a:noAutofit/>
        </a:bodyPr>
        <a:lstStyle/>
        <a:p>
          <a:pPr lvl="0" algn="l" defTabSz="889000">
            <a:lnSpc>
              <a:spcPct val="90000"/>
            </a:lnSpc>
            <a:spcBef>
              <a:spcPct val="0"/>
            </a:spcBef>
            <a:spcAft>
              <a:spcPct val="35000"/>
            </a:spcAft>
          </a:pPr>
          <a:r>
            <a:rPr lang="en-US" altLang="zh-CN" sz="2000" kern="1200" dirty="0" smtClean="0">
              <a:latin typeface="+mn-ea"/>
              <a:ea typeface="+mn-ea"/>
            </a:rPr>
            <a:t>3.</a:t>
          </a:r>
          <a:r>
            <a:rPr lang="zh-CN" sz="2000" kern="1200" dirty="0" smtClean="0"/>
            <a:t>单击刚刚选定的区域，将其拖拽到右侧。</a:t>
          </a:r>
          <a:endParaRPr lang="zh-CN" altLang="en-US" sz="2000" kern="1200" dirty="0">
            <a:latin typeface="+mn-ea"/>
            <a:ea typeface="+mn-ea"/>
          </a:endParaRPr>
        </a:p>
      </dsp:txBody>
      <dsp:txXfrm>
        <a:off x="833784" y="2176481"/>
        <a:ext cx="4684014" cy="703837"/>
      </dsp:txXfrm>
    </dsp:sp>
    <dsp:sp modelId="{77124EDE-5F18-4ACD-8B07-84DE72E58100}">
      <dsp:nvSpPr>
        <dsp:cNvPr id="0" name=""/>
        <dsp:cNvSpPr/>
      </dsp:nvSpPr>
      <dsp:spPr>
        <a:xfrm>
          <a:off x="370803" y="2110232"/>
          <a:ext cx="781507" cy="7815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8E3ADA-386F-431F-B057-27AAA1C0EA3A}">
      <dsp:nvSpPr>
        <dsp:cNvPr id="0" name=""/>
        <dsp:cNvSpPr/>
      </dsp:nvSpPr>
      <dsp:spPr>
        <a:xfrm>
          <a:off x="304053" y="3068547"/>
          <a:ext cx="5240577" cy="7408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50800" rIns="50800" bIns="50800" numCol="1" spcCol="1270" anchor="ctr" anchorCtr="0">
          <a:noAutofit/>
        </a:bodyPr>
        <a:lstStyle/>
        <a:p>
          <a:pPr lvl="0" algn="l" defTabSz="889000">
            <a:lnSpc>
              <a:spcPct val="90000"/>
            </a:lnSpc>
            <a:spcBef>
              <a:spcPct val="0"/>
            </a:spcBef>
            <a:spcAft>
              <a:spcPct val="35000"/>
            </a:spcAft>
          </a:pPr>
          <a:r>
            <a:rPr lang="en-US" altLang="zh-CN" sz="2000" kern="1200" dirty="0" smtClean="0">
              <a:latin typeface="+mn-ea"/>
              <a:ea typeface="+mn-ea"/>
            </a:rPr>
            <a:t>4.</a:t>
          </a:r>
          <a:r>
            <a:rPr lang="zh-CN" sz="2000" kern="1200" dirty="0" smtClean="0"/>
            <a:t>选择“选择”</a:t>
          </a:r>
          <a:r>
            <a:rPr lang="en-US" sz="2000" kern="1200" dirty="0" smtClean="0"/>
            <a:t>&gt;</a:t>
          </a:r>
          <a:r>
            <a:rPr lang="zh-CN" sz="2000" kern="1200" dirty="0" smtClean="0"/>
            <a:t>“取消选择”。（或者可以使用快捷键</a:t>
          </a:r>
          <a:r>
            <a:rPr lang="en-US" sz="2000" kern="1200" dirty="0" err="1" smtClean="0"/>
            <a:t>Ctrl+D</a:t>
          </a:r>
          <a:r>
            <a:rPr lang="zh-CN" sz="2000" kern="1200" dirty="0" smtClean="0"/>
            <a:t>）。</a:t>
          </a:r>
          <a:endParaRPr lang="zh-CN" altLang="en-US" sz="2000" kern="1200" dirty="0">
            <a:latin typeface="+mn-ea"/>
            <a:ea typeface="+mn-ea"/>
          </a:endParaRPr>
        </a:p>
      </dsp:txBody>
      <dsp:txXfrm>
        <a:off x="304053" y="3068547"/>
        <a:ext cx="5240577" cy="740818"/>
      </dsp:txXfrm>
    </dsp:sp>
    <dsp:sp modelId="{3B3B3AAC-C0E5-4888-A1DC-9C0F5F401035}">
      <dsp:nvSpPr>
        <dsp:cNvPr id="0" name=""/>
        <dsp:cNvSpPr/>
      </dsp:nvSpPr>
      <dsp:spPr>
        <a:xfrm>
          <a:off x="12358" y="3048203"/>
          <a:ext cx="781507" cy="7815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30FDCE-D2F5-4288-8144-A3FAA05F429D}">
      <dsp:nvSpPr>
        <dsp:cNvPr id="0" name=""/>
        <dsp:cNvSpPr/>
      </dsp:nvSpPr>
      <dsp:spPr>
        <a:xfrm>
          <a:off x="614615" y="310021"/>
          <a:ext cx="2677429" cy="4636541"/>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9477B3-8F28-4429-A48B-032C93A20B2C}">
      <dsp:nvSpPr>
        <dsp:cNvPr id="0" name=""/>
        <dsp:cNvSpPr/>
      </dsp:nvSpPr>
      <dsp:spPr>
        <a:xfrm>
          <a:off x="1953330" y="343286"/>
          <a:ext cx="4557770" cy="4570011"/>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1</a:t>
          </a:r>
          <a:r>
            <a:rPr lang="en-US" sz="2000" kern="1200" dirty="0" smtClean="0"/>
            <a:t>.</a:t>
          </a:r>
          <a:r>
            <a:rPr lang="zh-CN" sz="2000" kern="1200" dirty="0" smtClean="0"/>
            <a:t> 选择</a:t>
          </a:r>
          <a:r>
            <a:rPr lang="zh-CN" sz="2000" kern="1200" dirty="0" smtClean="0"/>
            <a:t>“仿制图章工具” </a:t>
          </a:r>
          <a:r>
            <a:rPr lang="zh-CN" sz="2000" kern="1200" dirty="0" smtClean="0"/>
            <a:t>，选择</a:t>
          </a:r>
          <a:r>
            <a:rPr lang="zh-CN" sz="2000" kern="1200" dirty="0" smtClean="0"/>
            <a:t>“像素”为“</a:t>
          </a:r>
          <a:r>
            <a:rPr lang="en-US" sz="2000" kern="1200" dirty="0" smtClean="0"/>
            <a:t>60</a:t>
          </a:r>
          <a:r>
            <a:rPr lang="zh-CN" sz="2000" kern="1200" dirty="0" smtClean="0"/>
            <a:t>”，“硬度”为“</a:t>
          </a:r>
          <a:r>
            <a:rPr lang="en-US" sz="2000" kern="1200" dirty="0" smtClean="0"/>
            <a:t>30%</a:t>
          </a:r>
          <a:r>
            <a:rPr lang="zh-CN" sz="2000" kern="1200" dirty="0" smtClean="0"/>
            <a:t>”的画笔。</a:t>
          </a:r>
          <a:endParaRPr lang="zh-CN" sz="2000" kern="1200" dirty="0"/>
        </a:p>
      </dsp:txBody>
      <dsp:txXfrm>
        <a:off x="1953330" y="343286"/>
        <a:ext cx="4557770" cy="971127"/>
      </dsp:txXfrm>
    </dsp:sp>
    <dsp:sp modelId="{66109F1F-9658-4539-8DD1-9B3623AF7F7A}">
      <dsp:nvSpPr>
        <dsp:cNvPr id="0" name=""/>
        <dsp:cNvSpPr/>
      </dsp:nvSpPr>
      <dsp:spPr>
        <a:xfrm>
          <a:off x="1109337" y="1484152"/>
          <a:ext cx="1687986" cy="2923111"/>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84927A-7F94-4994-8E7A-E76CF358A580}">
      <dsp:nvSpPr>
        <dsp:cNvPr id="0" name=""/>
        <dsp:cNvSpPr/>
      </dsp:nvSpPr>
      <dsp:spPr>
        <a:xfrm>
          <a:off x="1953330" y="1452949"/>
          <a:ext cx="4557770" cy="288116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2.</a:t>
          </a:r>
          <a:r>
            <a:rPr lang="zh-CN" sz="2000" kern="1200" dirty="0" smtClean="0"/>
            <a:t>在靠近叶尖的红色区域，按住</a:t>
          </a:r>
          <a:r>
            <a:rPr lang="en-US" sz="2000" kern="1200" dirty="0" smtClean="0"/>
            <a:t>Alt</a:t>
          </a:r>
          <a:r>
            <a:rPr lang="zh-CN" sz="2000" kern="1200" dirty="0" smtClean="0"/>
            <a:t>键选择一个源点单击。</a:t>
          </a:r>
          <a:endParaRPr lang="zh-CN" sz="2000" kern="1200" dirty="0"/>
        </a:p>
      </dsp:txBody>
      <dsp:txXfrm>
        <a:off x="1953330" y="1452949"/>
        <a:ext cx="4557770" cy="830165"/>
      </dsp:txXfrm>
    </dsp:sp>
    <dsp:sp modelId="{726E4598-0587-4C30-85F7-55166D11658B}">
      <dsp:nvSpPr>
        <dsp:cNvPr id="0" name=""/>
        <dsp:cNvSpPr/>
      </dsp:nvSpPr>
      <dsp:spPr>
        <a:xfrm>
          <a:off x="1409741" y="2321783"/>
          <a:ext cx="1087177" cy="188268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CDE7C-41AB-4E66-881B-BD08BC8D1DA0}">
      <dsp:nvSpPr>
        <dsp:cNvPr id="0" name=""/>
        <dsp:cNvSpPr/>
      </dsp:nvSpPr>
      <dsp:spPr>
        <a:xfrm>
          <a:off x="1953330" y="2335292"/>
          <a:ext cx="4557770" cy="185566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3.</a:t>
          </a:r>
          <a:r>
            <a:rPr lang="zh-CN" sz="2000" kern="1200" dirty="0" smtClean="0"/>
            <a:t>点击需要修补的区域对图片进行修复。</a:t>
          </a:r>
          <a:endParaRPr lang="zh-CN" sz="2000" kern="1200" dirty="0"/>
        </a:p>
      </dsp:txBody>
      <dsp:txXfrm>
        <a:off x="1953330" y="2335292"/>
        <a:ext cx="4557770" cy="830165"/>
      </dsp:txXfrm>
    </dsp:sp>
    <dsp:sp modelId="{544AEBD1-93ED-4E6B-B789-48BD5F70706C}">
      <dsp:nvSpPr>
        <dsp:cNvPr id="0" name=""/>
        <dsp:cNvSpPr/>
      </dsp:nvSpPr>
      <dsp:spPr>
        <a:xfrm>
          <a:off x="1710145" y="3159414"/>
          <a:ext cx="486368" cy="84225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166412-0E45-49A7-B0DB-5A5F1FCF18CC}">
      <dsp:nvSpPr>
        <dsp:cNvPr id="0" name=""/>
        <dsp:cNvSpPr/>
      </dsp:nvSpPr>
      <dsp:spPr>
        <a:xfrm>
          <a:off x="1953330" y="3165457"/>
          <a:ext cx="4557770" cy="83016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altLang="zh-CN" sz="2000" kern="1200" dirty="0" smtClean="0"/>
            <a:t>4.</a:t>
          </a:r>
          <a:r>
            <a:rPr lang="zh-CN" sz="2000" kern="1200" dirty="0" smtClean="0"/>
            <a:t>利用</a:t>
          </a:r>
          <a:r>
            <a:rPr lang="zh-CN" sz="2000" kern="1200" dirty="0" smtClean="0"/>
            <a:t>“仿制图章工具”修补区域，最后修补的效果</a:t>
          </a:r>
          <a:r>
            <a:rPr lang="zh-CN" altLang="en-US" sz="2000" kern="1200" dirty="0" smtClean="0"/>
            <a:t>。</a:t>
          </a:r>
          <a:endParaRPr lang="zh-CN" sz="2000" kern="1200" dirty="0"/>
        </a:p>
      </dsp:txBody>
      <dsp:txXfrm>
        <a:off x="1953330" y="3165457"/>
        <a:ext cx="4557770" cy="8301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AE3BD5-FB97-40B3-9AC1-75E2651CF234}">
      <dsp:nvSpPr>
        <dsp:cNvPr id="0" name=""/>
        <dsp:cNvSpPr/>
      </dsp:nvSpPr>
      <dsp:spPr>
        <a:xfrm>
          <a:off x="-5210386" y="-798064"/>
          <a:ext cx="6204640" cy="6204640"/>
        </a:xfrm>
        <a:prstGeom prst="blockArc">
          <a:avLst>
            <a:gd name="adj1" fmla="val 18900000"/>
            <a:gd name="adj2" fmla="val 2700000"/>
            <a:gd name="adj3" fmla="val 34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920701-18C8-48B6-B776-8BD5461DE0B0}">
      <dsp:nvSpPr>
        <dsp:cNvPr id="0" name=""/>
        <dsp:cNvSpPr/>
      </dsp:nvSpPr>
      <dsp:spPr>
        <a:xfrm>
          <a:off x="434854" y="164590"/>
          <a:ext cx="6416617" cy="8229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397"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t>1.</a:t>
          </a:r>
          <a:r>
            <a:rPr lang="zh-CN" sz="2000" kern="1200" dirty="0" smtClean="0"/>
            <a:t>观察图片中手指区域，在扫描过程中形成了小的白点。</a:t>
          </a:r>
          <a:endParaRPr lang="zh-CN" altLang="en-US" sz="2000" kern="1200" dirty="0"/>
        </a:p>
      </dsp:txBody>
      <dsp:txXfrm>
        <a:off x="434854" y="164590"/>
        <a:ext cx="6416617" cy="822946"/>
      </dsp:txXfrm>
    </dsp:sp>
    <dsp:sp modelId="{3524F013-3D2D-4A1B-B4A1-2A672DC38E44}">
      <dsp:nvSpPr>
        <dsp:cNvPr id="0" name=""/>
        <dsp:cNvSpPr/>
      </dsp:nvSpPr>
      <dsp:spPr>
        <a:xfrm>
          <a:off x="74699" y="215908"/>
          <a:ext cx="720310" cy="72031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DAD354-6DF6-443B-93B5-4AC121B6F384}">
      <dsp:nvSpPr>
        <dsp:cNvPr id="0" name=""/>
        <dsp:cNvSpPr/>
      </dsp:nvSpPr>
      <dsp:spPr>
        <a:xfrm>
          <a:off x="847777" y="1080120"/>
          <a:ext cx="6003694" cy="720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397"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t>2.</a:t>
          </a:r>
          <a:r>
            <a:rPr lang="zh-CN" sz="2000" kern="1200" dirty="0" smtClean="0"/>
            <a:t>选择“滤镜”</a:t>
          </a:r>
          <a:r>
            <a:rPr lang="en-US" sz="2000" kern="1200" dirty="0" smtClean="0"/>
            <a:t> &gt; </a:t>
          </a:r>
          <a:r>
            <a:rPr lang="zh-CN" sz="2000" kern="1200" dirty="0" smtClean="0"/>
            <a:t>“杂色”</a:t>
          </a:r>
          <a:r>
            <a:rPr lang="en-US" sz="2000" kern="1200" dirty="0" smtClean="0"/>
            <a:t> &gt; </a:t>
          </a:r>
          <a:r>
            <a:rPr lang="zh-CN" sz="2000" kern="1200" dirty="0" smtClean="0"/>
            <a:t>“蒙尘与划痕”</a:t>
          </a:r>
          <a:r>
            <a:rPr lang="zh-CN" sz="2000" kern="1200" dirty="0" smtClean="0">
              <a:latin typeface="+mn-ea"/>
              <a:ea typeface="+mn-ea"/>
            </a:rPr>
            <a:t>。</a:t>
          </a:r>
          <a:endParaRPr lang="zh-CN" sz="2000" kern="1200" dirty="0">
            <a:latin typeface="+mn-ea"/>
            <a:ea typeface="+mn-ea"/>
          </a:endParaRPr>
        </a:p>
      </dsp:txBody>
      <dsp:txXfrm>
        <a:off x="847777" y="1080120"/>
        <a:ext cx="6003694" cy="720079"/>
      </dsp:txXfrm>
    </dsp:sp>
    <dsp:sp modelId="{C416FE76-1C9A-4862-93DA-F04AEE5333F9}">
      <dsp:nvSpPr>
        <dsp:cNvPr id="0" name=""/>
        <dsp:cNvSpPr/>
      </dsp:nvSpPr>
      <dsp:spPr>
        <a:xfrm>
          <a:off x="487621" y="1080004"/>
          <a:ext cx="720310" cy="72031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46AD4A-BC0F-4E7F-9B81-3058E0FCC2B6}">
      <dsp:nvSpPr>
        <dsp:cNvPr id="0" name=""/>
        <dsp:cNvSpPr/>
      </dsp:nvSpPr>
      <dsp:spPr>
        <a:xfrm>
          <a:off x="974511" y="1892782"/>
          <a:ext cx="5876960" cy="8229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397"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latin typeface="+mn-ea"/>
              <a:ea typeface="+mn-ea"/>
            </a:rPr>
            <a:t>3.</a:t>
          </a:r>
          <a:r>
            <a:rPr lang="zh-CN" sz="2000" kern="1200" dirty="0" smtClean="0"/>
            <a:t>在“蒙尘与划痕”对话框中，设置其“半径”为“</a:t>
          </a:r>
          <a:r>
            <a:rPr lang="en-US" sz="2000" kern="1200" dirty="0" smtClean="0"/>
            <a:t>5</a:t>
          </a:r>
          <a:r>
            <a:rPr lang="zh-CN" sz="2000" kern="1200" dirty="0" smtClean="0"/>
            <a:t>”</a:t>
          </a:r>
          <a:r>
            <a:rPr lang="zh-CN" sz="2000" kern="1200" dirty="0" smtClean="0"/>
            <a:t>像素，“阈值”</a:t>
          </a:r>
          <a:r>
            <a:rPr lang="zh-CN" sz="2000" kern="1200" dirty="0" smtClean="0"/>
            <a:t>为“</a:t>
          </a:r>
          <a:r>
            <a:rPr lang="en-US" sz="2000" kern="1200" dirty="0" smtClean="0"/>
            <a:t>0</a:t>
          </a:r>
          <a:r>
            <a:rPr lang="zh-CN" sz="2000" kern="1200" dirty="0" smtClean="0"/>
            <a:t>”</a:t>
          </a:r>
          <a:r>
            <a:rPr lang="zh-CN" sz="2000" kern="1200" dirty="0" smtClean="0">
              <a:latin typeface="+mn-ea"/>
              <a:ea typeface="+mn-ea"/>
            </a:rPr>
            <a:t>。</a:t>
          </a:r>
          <a:endParaRPr lang="zh-CN" sz="2000" kern="1200" dirty="0">
            <a:latin typeface="+mn-ea"/>
            <a:ea typeface="+mn-ea"/>
          </a:endParaRPr>
        </a:p>
      </dsp:txBody>
      <dsp:txXfrm>
        <a:off x="974511" y="1892782"/>
        <a:ext cx="5876960" cy="822946"/>
      </dsp:txXfrm>
    </dsp:sp>
    <dsp:sp modelId="{E1C85F0C-92D5-4E49-8CD2-179B34E7BF05}">
      <dsp:nvSpPr>
        <dsp:cNvPr id="0" name=""/>
        <dsp:cNvSpPr/>
      </dsp:nvSpPr>
      <dsp:spPr>
        <a:xfrm>
          <a:off x="614355" y="1944100"/>
          <a:ext cx="720310" cy="72031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8E9197-6019-4C95-888E-B51146E87F66}">
      <dsp:nvSpPr>
        <dsp:cNvPr id="0" name=""/>
        <dsp:cNvSpPr/>
      </dsp:nvSpPr>
      <dsp:spPr>
        <a:xfrm>
          <a:off x="847777" y="2880227"/>
          <a:ext cx="6003694" cy="57624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397"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latin typeface="+mn-ea"/>
              <a:ea typeface="+mn-ea"/>
            </a:rPr>
            <a:t>4.</a:t>
          </a:r>
          <a:r>
            <a:rPr lang="zh-CN" sz="2000" kern="1200" dirty="0" smtClean="0"/>
            <a:t>选择“滤镜”</a:t>
          </a:r>
          <a:r>
            <a:rPr lang="en-US" sz="2000" kern="1200" dirty="0" smtClean="0"/>
            <a:t>&gt;</a:t>
          </a:r>
          <a:r>
            <a:rPr lang="zh-CN" sz="2000" kern="1200" dirty="0" smtClean="0"/>
            <a:t>“锐化”</a:t>
          </a:r>
          <a:r>
            <a:rPr lang="en-US" sz="2000" kern="1200" dirty="0" smtClean="0"/>
            <a:t>&gt;</a:t>
          </a:r>
          <a:r>
            <a:rPr lang="zh-CN" sz="2000" kern="1200" dirty="0" smtClean="0"/>
            <a:t>“智能锐化”</a:t>
          </a:r>
          <a:r>
            <a:rPr lang="zh-CN" altLang="en-US" sz="2000" kern="1200" dirty="0" smtClean="0"/>
            <a:t>。</a:t>
          </a:r>
          <a:endParaRPr lang="zh-CN" sz="2000" kern="1200" dirty="0">
            <a:latin typeface="+mn-ea"/>
            <a:ea typeface="+mn-ea"/>
          </a:endParaRPr>
        </a:p>
      </dsp:txBody>
      <dsp:txXfrm>
        <a:off x="847777" y="2880227"/>
        <a:ext cx="6003694" cy="576248"/>
      </dsp:txXfrm>
    </dsp:sp>
    <dsp:sp modelId="{E25E68A8-53AC-4FC3-89C6-9812EF48B339}">
      <dsp:nvSpPr>
        <dsp:cNvPr id="0" name=""/>
        <dsp:cNvSpPr/>
      </dsp:nvSpPr>
      <dsp:spPr>
        <a:xfrm>
          <a:off x="487621" y="2808196"/>
          <a:ext cx="720310" cy="72031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283088-94D6-4381-B216-962EC99C9604}">
      <dsp:nvSpPr>
        <dsp:cNvPr id="0" name=""/>
        <dsp:cNvSpPr/>
      </dsp:nvSpPr>
      <dsp:spPr>
        <a:xfrm>
          <a:off x="434854" y="3744323"/>
          <a:ext cx="6416617" cy="57624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397"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latin typeface="+mn-ea"/>
              <a:ea typeface="+mn-ea"/>
            </a:rPr>
            <a:t>5.</a:t>
          </a:r>
          <a:r>
            <a:rPr lang="zh-CN" sz="2000" kern="1200" dirty="0" smtClean="0"/>
            <a:t>在“智能锐化”对话框中，确定选中了“预览”</a:t>
          </a:r>
          <a:r>
            <a:rPr lang="zh-CN" altLang="en-US" sz="2000" kern="1200" dirty="0" smtClean="0"/>
            <a:t>。</a:t>
          </a:r>
          <a:endParaRPr lang="zh-CN" sz="2000" kern="1200" dirty="0">
            <a:latin typeface="+mn-ea"/>
            <a:ea typeface="+mn-ea"/>
          </a:endParaRPr>
        </a:p>
      </dsp:txBody>
      <dsp:txXfrm>
        <a:off x="434854" y="3744323"/>
        <a:ext cx="6416617" cy="576248"/>
      </dsp:txXfrm>
    </dsp:sp>
    <dsp:sp modelId="{FF356736-1983-402A-AF63-197E91E87BA7}">
      <dsp:nvSpPr>
        <dsp:cNvPr id="0" name=""/>
        <dsp:cNvSpPr/>
      </dsp:nvSpPr>
      <dsp:spPr>
        <a:xfrm>
          <a:off x="74699" y="3672292"/>
          <a:ext cx="720310" cy="72031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AE3BD5-FB97-40B3-9AC1-75E2651CF234}">
      <dsp:nvSpPr>
        <dsp:cNvPr id="0" name=""/>
        <dsp:cNvSpPr/>
      </dsp:nvSpPr>
      <dsp:spPr>
        <a:xfrm>
          <a:off x="-3317147" y="-513200"/>
          <a:ext cx="3978728" cy="3978728"/>
        </a:xfrm>
        <a:prstGeom prst="blockArc">
          <a:avLst>
            <a:gd name="adj1" fmla="val 18900000"/>
            <a:gd name="adj2" fmla="val 2700000"/>
            <a:gd name="adj3" fmla="val 54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920701-18C8-48B6-B776-8BD5461DE0B0}">
      <dsp:nvSpPr>
        <dsp:cNvPr id="0" name=""/>
        <dsp:cNvSpPr/>
      </dsp:nvSpPr>
      <dsp:spPr>
        <a:xfrm>
          <a:off x="356188" y="116046"/>
          <a:ext cx="8428368" cy="67604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510"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t>6.</a:t>
          </a:r>
          <a:r>
            <a:rPr lang="zh-CN" sz="2000" kern="1200" dirty="0" smtClean="0"/>
            <a:t>你可以在对话框的预览窗口内拖动鼠标，以看到图片的不同部分，或是使用缩略图下方的加号和减号按钮放大或缩小图片。</a:t>
          </a:r>
          <a:endParaRPr lang="zh-CN" altLang="en-US" sz="2000" kern="1200" dirty="0"/>
        </a:p>
      </dsp:txBody>
      <dsp:txXfrm>
        <a:off x="356188" y="116046"/>
        <a:ext cx="8428368" cy="676042"/>
      </dsp:txXfrm>
    </dsp:sp>
    <dsp:sp modelId="{3524F013-3D2D-4A1B-B4A1-2A672DC38E44}">
      <dsp:nvSpPr>
        <dsp:cNvPr id="0" name=""/>
        <dsp:cNvSpPr/>
      </dsp:nvSpPr>
      <dsp:spPr>
        <a:xfrm>
          <a:off x="18166" y="116045"/>
          <a:ext cx="676044" cy="676044"/>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DAD354-6DF6-443B-93B5-4AC121B6F384}">
      <dsp:nvSpPr>
        <dsp:cNvPr id="0" name=""/>
        <dsp:cNvSpPr/>
      </dsp:nvSpPr>
      <dsp:spPr>
        <a:xfrm>
          <a:off x="616584" y="830770"/>
          <a:ext cx="8167973" cy="6093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510"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t>7.</a:t>
          </a:r>
          <a:r>
            <a:rPr lang="zh-CN" sz="2000" kern="1200" dirty="0" smtClean="0"/>
            <a:t>确保在移去菜单中选择了“镜头模糊”。拖拽“数量”滑块至</a:t>
          </a:r>
          <a:r>
            <a:rPr lang="en-US" sz="2000" kern="1200" dirty="0" smtClean="0"/>
            <a:t>60%</a:t>
          </a:r>
          <a:r>
            <a:rPr lang="zh-CN" sz="2000" kern="1200" dirty="0" smtClean="0"/>
            <a:t>左右，以锐化图像</a:t>
          </a:r>
          <a:r>
            <a:rPr lang="zh-CN" sz="2000" kern="1200" dirty="0" smtClean="0">
              <a:latin typeface="+mn-ea"/>
              <a:ea typeface="+mn-ea"/>
            </a:rPr>
            <a:t>。</a:t>
          </a:r>
          <a:endParaRPr lang="zh-CN" sz="2000" kern="1200" dirty="0">
            <a:latin typeface="+mn-ea"/>
            <a:ea typeface="+mn-ea"/>
          </a:endParaRPr>
        </a:p>
      </dsp:txBody>
      <dsp:txXfrm>
        <a:off x="616584" y="830770"/>
        <a:ext cx="8167973" cy="609390"/>
      </dsp:txXfrm>
    </dsp:sp>
    <dsp:sp modelId="{C416FE76-1C9A-4862-93DA-F04AEE5333F9}">
      <dsp:nvSpPr>
        <dsp:cNvPr id="0" name=""/>
        <dsp:cNvSpPr/>
      </dsp:nvSpPr>
      <dsp:spPr>
        <a:xfrm>
          <a:off x="288190" y="807071"/>
          <a:ext cx="656787" cy="65678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46AD4A-BC0F-4E7F-9B81-3058E0FCC2B6}">
      <dsp:nvSpPr>
        <dsp:cNvPr id="0" name=""/>
        <dsp:cNvSpPr/>
      </dsp:nvSpPr>
      <dsp:spPr>
        <a:xfrm>
          <a:off x="616584" y="1473484"/>
          <a:ext cx="8167973" cy="686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510"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latin typeface="+mn-ea"/>
              <a:ea typeface="+mn-ea"/>
            </a:rPr>
            <a:t>8.</a:t>
          </a:r>
          <a:r>
            <a:rPr lang="zh-CN" sz="2000" kern="1200" dirty="0" smtClean="0"/>
            <a:t>拖拽“半径”滑块至大约</a:t>
          </a:r>
          <a:r>
            <a:rPr lang="en-US" sz="2000" kern="1200" dirty="0" smtClean="0"/>
            <a:t>3.0</a:t>
          </a:r>
          <a:r>
            <a:rPr lang="zh-CN" sz="2000" kern="1200" dirty="0" smtClean="0"/>
            <a:t>，半径的值决定了边缘像素周围会有多少像素会影响锐化。</a:t>
          </a:r>
          <a:endParaRPr lang="zh-CN" sz="2000" kern="1200" dirty="0">
            <a:latin typeface="+mn-ea"/>
            <a:ea typeface="+mn-ea"/>
          </a:endParaRPr>
        </a:p>
      </dsp:txBody>
      <dsp:txXfrm>
        <a:off x="616584" y="1473484"/>
        <a:ext cx="8167973" cy="686756"/>
      </dsp:txXfrm>
    </dsp:sp>
    <dsp:sp modelId="{E1C85F0C-92D5-4E49-8CD2-179B34E7BF05}">
      <dsp:nvSpPr>
        <dsp:cNvPr id="0" name=""/>
        <dsp:cNvSpPr/>
      </dsp:nvSpPr>
      <dsp:spPr>
        <a:xfrm>
          <a:off x="288190" y="1488469"/>
          <a:ext cx="656787" cy="65678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E9254D-EACB-4CAA-B9FF-68740AE2F608}">
      <dsp:nvSpPr>
        <dsp:cNvPr id="0" name=""/>
        <dsp:cNvSpPr/>
      </dsp:nvSpPr>
      <dsp:spPr>
        <a:xfrm>
          <a:off x="356188" y="2188207"/>
          <a:ext cx="8428368" cy="62010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510" tIns="50800" rIns="50800" bIns="50800" numCol="1" spcCol="1270" anchor="ctr" anchorCtr="0">
          <a:noAutofit/>
        </a:bodyPr>
        <a:lstStyle/>
        <a:p>
          <a:pPr lvl="0" algn="l" defTabSz="889000" rtl="0">
            <a:lnSpc>
              <a:spcPct val="90000"/>
            </a:lnSpc>
            <a:spcBef>
              <a:spcPct val="0"/>
            </a:spcBef>
            <a:spcAft>
              <a:spcPct val="35000"/>
            </a:spcAft>
          </a:pPr>
          <a:r>
            <a:rPr lang="en-US" altLang="zh-CN" sz="2000" kern="1200" dirty="0" smtClean="0"/>
            <a:t>9.</a:t>
          </a:r>
          <a:r>
            <a:rPr lang="zh-CN" sz="2000" kern="1200" dirty="0" smtClean="0"/>
            <a:t>选择“文件”</a:t>
          </a:r>
          <a:r>
            <a:rPr lang="en-US" sz="2000" kern="1200" dirty="0" smtClean="0"/>
            <a:t> &gt; </a:t>
          </a:r>
          <a:r>
            <a:rPr lang="zh-CN" sz="2000" kern="1200" dirty="0" smtClean="0"/>
            <a:t>“保存”，然后关闭项目文件。</a:t>
          </a:r>
          <a:endParaRPr lang="zh-CN" sz="2000" kern="1200" dirty="0">
            <a:latin typeface="+mn-ea"/>
            <a:ea typeface="+mn-ea"/>
          </a:endParaRPr>
        </a:p>
      </dsp:txBody>
      <dsp:txXfrm>
        <a:off x="356188" y="2188207"/>
        <a:ext cx="8428368" cy="620104"/>
      </dsp:txXfrm>
    </dsp:sp>
    <dsp:sp modelId="{D1BC2122-110F-4006-BC68-123935BFC589}">
      <dsp:nvSpPr>
        <dsp:cNvPr id="0" name=""/>
        <dsp:cNvSpPr/>
      </dsp:nvSpPr>
      <dsp:spPr>
        <a:xfrm>
          <a:off x="46135" y="2188206"/>
          <a:ext cx="620106" cy="620106"/>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8/layout/VerticalCurvedList#2">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3">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3">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fontAlgn="base" hangingPunct="1"/>
            <a:fld id="{9A0DB2DC-4C9A-4742-B13C-FB6460FD3503}" type="slidenum">
              <a:rPr lang="zh-CN" altLang="en-US" sz="1200" strike="noStrike" noProof="1" dirty="0">
                <a:latin typeface="Calibri" panose="020F0502020204030204" pitchFamily="34" charset="0"/>
                <a:ea typeface="宋体" panose="02010600030101010101" pitchFamily="2" charset="-122"/>
                <a:cs typeface="+mn-ea"/>
              </a:rPr>
              <a:pPr lvl="0" algn="r" eaLnBrk="1" fontAlgn="base" hangingPunct="1"/>
              <a:t>‹#›</a:t>
            </a:fld>
            <a:endParaRPr lang="zh-CN" altLang="en-US" sz="1200" strike="noStrike" noProof="1"/>
          </a:p>
        </p:txBody>
      </p:sp>
    </p:spTree>
    <p:extLst>
      <p:ext uri="{BB962C8B-B14F-4D97-AF65-F5344CB8AC3E}">
        <p14:creationId xmlns:p14="http://schemas.microsoft.com/office/powerpoint/2010/main" val="279408439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hyperlink" Target="http://nclass.infoepoch.net/" TargetMode="Externa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15875" y="0"/>
            <a:ext cx="9177338" cy="981075"/>
          </a:xfrm>
          <a:prstGeom prst="rect">
            <a:avLst/>
          </a:prstGeom>
          <a:solidFill>
            <a:schemeClr val="tx2">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dk1"/>
              </a:solidFill>
              <a:effectLst/>
              <a:uLnTx/>
              <a:uFillTx/>
              <a:latin typeface="+mn-lt"/>
              <a:ea typeface="+mn-ea"/>
              <a:cs typeface="+mn-cs"/>
            </a:endParaRPr>
          </a:p>
        </p:txBody>
      </p:sp>
      <p:pic>
        <p:nvPicPr>
          <p:cNvPr id="1027" name="图片 1"/>
          <p:cNvPicPr>
            <a:picLocks noChangeAspect="1"/>
          </p:cNvPicPr>
          <p:nvPr userDrawn="1"/>
        </p:nvPicPr>
        <p:blipFill>
          <a:blip r:embed="rId3" cstate="print"/>
          <a:stretch>
            <a:fillRect/>
          </a:stretch>
        </p:blipFill>
        <p:spPr>
          <a:xfrm>
            <a:off x="0" y="5876925"/>
            <a:ext cx="9155113" cy="1009650"/>
          </a:xfrm>
          <a:prstGeom prst="rect">
            <a:avLst/>
          </a:prstGeom>
          <a:noFill/>
          <a:ln w="9525">
            <a:noFill/>
          </a:ln>
        </p:spPr>
      </p:pic>
      <p:pic>
        <p:nvPicPr>
          <p:cNvPr id="1028" name="图片 7"/>
          <p:cNvPicPr>
            <a:picLocks noChangeAspect="1"/>
          </p:cNvPicPr>
          <p:nvPr userDrawn="1"/>
        </p:nvPicPr>
        <p:blipFill>
          <a:blip r:embed="rId4" cstate="print"/>
          <a:stretch>
            <a:fillRect/>
          </a:stretch>
        </p:blipFill>
        <p:spPr>
          <a:xfrm>
            <a:off x="395288" y="6059488"/>
            <a:ext cx="539750" cy="539750"/>
          </a:xfrm>
          <a:prstGeom prst="rect">
            <a:avLst/>
          </a:prstGeom>
          <a:noFill/>
          <a:ln w="9525">
            <a:noFill/>
          </a:ln>
        </p:spPr>
      </p:pic>
      <p:sp>
        <p:nvSpPr>
          <p:cNvPr id="4" name="标题 1"/>
          <p:cNvSpPr txBox="1"/>
          <p:nvPr/>
        </p:nvSpPr>
        <p:spPr bwMode="auto">
          <a:xfrm>
            <a:off x="1186814" y="6021386"/>
            <a:ext cx="2305051" cy="757238"/>
          </a:xfrm>
          <a:prstGeom prst="rect">
            <a:avLst/>
          </a:prstGeom>
          <a:noFill/>
          <a:ln>
            <a:noFill/>
          </a:ln>
        </p:spPr>
        <p:txBody>
          <a:bodyPr anchor="ctr">
            <a:normAutofit/>
          </a:bodyPr>
          <a:lstStyle>
            <a:lvl1pPr algn="ctr" rtl="0" eaLnBrk="0" fontAlgn="base" hangingPunct="0">
              <a:spcBef>
                <a:spcPct val="0"/>
              </a:spcBef>
              <a:spcAft>
                <a:spcPct val="0"/>
              </a:spcAft>
              <a:defRPr sz="4400" kern="1200">
                <a:solidFill>
                  <a:schemeClr val="tx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1200" b="0" i="0" u="none" strike="noStrike" kern="1200" cap="none" spc="0" normalizeH="0" baseline="3000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j-cs"/>
              </a:rPr>
              <a:t>Adobe Photoshop CC</a:t>
            </a:r>
            <a:r>
              <a:rPr kumimoji="0" lang="en-US" altLang="zh-CN" sz="2000" b="0" i="0" u="none" strike="noStrike" kern="1200" cap="none" spc="0" normalizeH="0" baseline="3000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j-cs"/>
              </a:rPr>
              <a:t/>
            </a:r>
            <a:br>
              <a:rPr kumimoji="0" lang="en-US" altLang="zh-CN" sz="2000" b="0" i="0" u="none" strike="noStrike" kern="1200" cap="none" spc="0" normalizeH="0" baseline="3000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j-cs"/>
              </a:rPr>
            </a:br>
            <a:r>
              <a:rPr kumimoji="0" lang="zh-CN" altLang="en-US" sz="1400" b="0" i="0" u="none" strike="noStrike" kern="1200" cap="none" spc="0" normalizeH="0" baseline="30000" noProof="0" dirty="0" smtClean="0">
                <a:ln>
                  <a:noFill/>
                </a:ln>
                <a:solidFill>
                  <a:schemeClr val="bg1"/>
                </a:solidFill>
                <a:effectLst>
                  <a:reflection blurRad="6350" stA="60000" endA="900" endPos="60000" dist="60007" dir="5400000" sy="-100000" algn="bl" rotWithShape="0"/>
                </a:effectLst>
                <a:uLnTx/>
                <a:uFillTx/>
                <a:latin typeface="微软雅黑" panose="020B0503020204020204" pitchFamily="34" charset="-122"/>
                <a:ea typeface="微软雅黑" panose="020B0503020204020204" pitchFamily="34" charset="-122"/>
                <a:cs typeface="+mj-cs"/>
              </a:rPr>
              <a:t>案例教学经典教程</a:t>
            </a:r>
          </a:p>
        </p:txBody>
      </p:sp>
      <p:sp>
        <p:nvSpPr>
          <p:cNvPr id="5" name="TextBox 9">
            <a:hlinkClick r:id="rId5"/>
          </p:cNvPr>
          <p:cNvSpPr txBox="1">
            <a:spLocks noChangeArrowheads="1"/>
          </p:cNvSpPr>
          <p:nvPr/>
        </p:nvSpPr>
        <p:spPr bwMode="auto">
          <a:xfrm>
            <a:off x="6877050" y="3200400"/>
            <a:ext cx="2663825" cy="27622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http://nclass.infoepoch.net</a:t>
            </a:r>
            <a:endParaRPr kumimoji="0" lang="zh-CN" altLang="en-US" sz="1200" b="0"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1" name="文本框 6"/>
          <p:cNvSpPr txBox="1">
            <a:spLocks noChangeArrowheads="1"/>
          </p:cNvSpPr>
          <p:nvPr/>
        </p:nvSpPr>
        <p:spPr bwMode="auto">
          <a:xfrm>
            <a:off x="7235825" y="6453188"/>
            <a:ext cx="1787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000" b="0"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sym typeface="+mn-ea"/>
              </a:rPr>
              <a:t>http://nclass.infoepoch.net</a:t>
            </a:r>
          </a:p>
        </p:txBody>
      </p:sp>
    </p:spTree>
  </p:cSld>
  <p:clrMap bg1="lt1" tx1="dk1" bg2="lt2" tx2="dk2" accent1="accent1" accent2="accent2" accent3="accent3" accent4="accent4" accent5="accent5" accent6="accent6" hlink="hlink" folHlink="folHlink"/>
  <p:sldLayoutIdLst>
    <p:sldLayoutId id="2147483649" r:id="rId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ctr" rtl="0" eaLnBrk="0" fontAlgn="base" hangingPunct="0">
        <a:spcBef>
          <a:spcPct val="0"/>
        </a:spcBef>
        <a:spcAft>
          <a:spcPct val="0"/>
        </a:spcAft>
        <a:defRPr sz="4400" kern="1200">
          <a:solidFill>
            <a:schemeClr val="tx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ctr" rtl="0" fontAlgn="base">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7.xml"/><Relationship Id="rId7" Type="http://schemas.openxmlformats.org/officeDocument/2006/relationships/image" Target="../media/image10.png"/><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8.xml"/><Relationship Id="rId7" Type="http://schemas.openxmlformats.org/officeDocument/2006/relationships/image" Target="../media/image12.png"/><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4.png"/><Relationship Id="rId2" Type="http://schemas.openxmlformats.org/officeDocument/2006/relationships/diagramData" Target="../diagrams/data9.xml"/><Relationship Id="rId1" Type="http://schemas.openxmlformats.org/officeDocument/2006/relationships/slideLayout" Target="../slideLayouts/slideLayout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5.png"/><Relationship Id="rId2" Type="http://schemas.openxmlformats.org/officeDocument/2006/relationships/diagramData" Target="../diagrams/data10.xml"/><Relationship Id="rId1" Type="http://schemas.openxmlformats.org/officeDocument/2006/relationships/slideLayout" Target="../slideLayouts/slideLayout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3074" name="标题 1"/>
          <p:cNvSpPr>
            <a:spLocks noGrp="1"/>
          </p:cNvSpPr>
          <p:nvPr>
            <p:ph type="title"/>
          </p:nvPr>
        </p:nvSpPr>
        <p:spPr>
          <a:xfrm>
            <a:off x="466725" y="2636838"/>
            <a:ext cx="8229600" cy="1143000"/>
          </a:xfrm>
          <a:prstGeom prst="rect">
            <a:avLst/>
          </a:prstGeom>
          <a:noFill/>
          <a:ln>
            <a:noFill/>
          </a:ln>
        </p:spPr>
        <p:txBody>
          <a:bodyPr anchor="t"/>
          <a:lstStyle/>
          <a:p>
            <a:r>
              <a:rPr lang="zh-CN" altLang="en-US" dirty="0" smtClean="0"/>
              <a:t>第</a:t>
            </a:r>
            <a:r>
              <a:rPr lang="zh-CN" altLang="en-US" dirty="0"/>
              <a:t>二</a:t>
            </a:r>
            <a:r>
              <a:rPr lang="zh-CN" altLang="en-US" dirty="0" smtClean="0"/>
              <a:t>章 照片校正基础</a:t>
            </a:r>
            <a:endParaRPr lang="zh-CN" alt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4098" name="标题 1"/>
          <p:cNvSpPr>
            <a:spLocks noGrp="1"/>
          </p:cNvSpPr>
          <p:nvPr>
            <p:ph type="title"/>
          </p:nvPr>
        </p:nvSpPr>
        <p:spPr>
          <a:prstGeom prst="rect">
            <a:avLst/>
          </a:prstGeom>
          <a:noFill/>
          <a:ln>
            <a:noFill/>
          </a:ln>
        </p:spPr>
        <p:txBody>
          <a:bodyPr anchor="t"/>
          <a:lstStyle/>
          <a:p>
            <a:pPr algn="l"/>
            <a:r>
              <a:rPr lang="zh-CN" altLang="en-US" dirty="0"/>
              <a:t>本章主要内容</a:t>
            </a:r>
          </a:p>
        </p:txBody>
      </p:sp>
      <p:graphicFrame>
        <p:nvGraphicFramePr>
          <p:cNvPr id="4" name="图示 3"/>
          <p:cNvGraphicFramePr/>
          <p:nvPr>
            <p:extLst>
              <p:ext uri="{D42A27DB-BD31-4B8C-83A1-F6EECF244321}">
                <p14:modId xmlns:p14="http://schemas.microsoft.com/office/powerpoint/2010/main" val="3606114234"/>
              </p:ext>
            </p:extLst>
          </p:nvPr>
        </p:nvGraphicFramePr>
        <p:xfrm>
          <a:off x="0" y="1196752"/>
          <a:ext cx="8280920" cy="4130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5122" name="标题 1"/>
          <p:cNvSpPr>
            <a:spLocks noGrp="1"/>
          </p:cNvSpPr>
          <p:nvPr>
            <p:ph type="title"/>
          </p:nvPr>
        </p:nvSpPr>
        <p:spPr>
          <a:prstGeom prst="rect">
            <a:avLst/>
          </a:prstGeom>
          <a:noFill/>
          <a:ln>
            <a:noFill/>
          </a:ln>
        </p:spPr>
        <p:txBody>
          <a:bodyPr anchor="t"/>
          <a:lstStyle/>
          <a:p>
            <a:pPr algn="l"/>
            <a:r>
              <a:rPr lang="zh-CN" altLang="en-US" dirty="0"/>
              <a:t>本章案例介绍</a:t>
            </a:r>
          </a:p>
        </p:txBody>
      </p:sp>
      <p:sp>
        <p:nvSpPr>
          <p:cNvPr id="3" name="椭圆 2"/>
          <p:cNvSpPr/>
          <p:nvPr/>
        </p:nvSpPr>
        <p:spPr>
          <a:xfrm>
            <a:off x="180530" y="1052736"/>
            <a:ext cx="4679502" cy="4669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lvl="0" rtl="0">
              <a:defRPr/>
            </a:pPr>
            <a:r>
              <a:rPr lang="zh-CN" altLang="zh-CN" sz="2000" dirty="0"/>
              <a:t>本章介绍如何校正照片的案例，使用“污点修复画笔工具”、“修补工具”、“内容填充识别”和“仿制图章工具”等等，你可以轻松的修复污点，同时利用“裁剪工具”，可以实现对图像进行剪切、缩放和修齐。利用调整面板及相关的滤镜可以更加容易的实现对图像的校正，从而实现不同色调的图像的</a:t>
            </a:r>
            <a:r>
              <a:rPr lang="zh-CN" altLang="zh-CN" sz="2000" dirty="0" smtClean="0"/>
              <a:t>风格</a:t>
            </a:r>
            <a:r>
              <a:rPr lang="zh-CN" altLang="en-US" sz="2000" dirty="0" smtClean="0"/>
              <a:t>。</a:t>
            </a:r>
            <a:endParaRPr kumimoji="0" lang="zh-CN" altLang="zh-CN" sz="2000" b="0" i="0" u="none" strike="noStrike" kern="1200" cap="none" spc="0" normalizeH="0" baseline="0" noProof="0" dirty="0">
              <a:ln>
                <a:noFill/>
              </a:ln>
              <a:solidFill>
                <a:schemeClr val="lt1"/>
              </a:solidFill>
              <a:effectLst/>
              <a:uLnTx/>
              <a:uFillTx/>
            </a:endParaRPr>
          </a:p>
        </p:txBody>
      </p:sp>
      <p:pic>
        <p:nvPicPr>
          <p:cNvPr id="8" name="图片 7"/>
          <p:cNvPicPr/>
          <p:nvPr/>
        </p:nvPicPr>
        <p:blipFill>
          <a:blip r:embed="rId2" cstate="print"/>
          <a:srcRect l="3365" t="4655" r="4711" b="2586"/>
          <a:stretch>
            <a:fillRect/>
          </a:stretch>
        </p:blipFill>
        <p:spPr>
          <a:xfrm>
            <a:off x="5004048" y="1052736"/>
            <a:ext cx="3024336" cy="2647787"/>
          </a:xfrm>
          <a:prstGeom prst="rect">
            <a:avLst/>
          </a:prstGeom>
          <a:ln>
            <a:solidFill>
              <a:schemeClr val="tx1"/>
            </a:solidFill>
          </a:ln>
        </p:spPr>
      </p:pic>
      <p:pic>
        <p:nvPicPr>
          <p:cNvPr id="9" name="图片 8"/>
          <p:cNvPicPr/>
          <p:nvPr/>
        </p:nvPicPr>
        <p:blipFill>
          <a:blip r:embed="rId3" cstate="print"/>
          <a:stretch>
            <a:fillRect/>
          </a:stretch>
        </p:blipFill>
        <p:spPr>
          <a:xfrm>
            <a:off x="5119640" y="4005064"/>
            <a:ext cx="2793152" cy="1717018"/>
          </a:xfrm>
          <a:prstGeom prst="rect">
            <a:avLst/>
          </a:prstGeom>
        </p:spPr>
      </p:pic>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6146" name="标题 1"/>
          <p:cNvSpPr>
            <a:spLocks noGrp="1"/>
          </p:cNvSpPr>
          <p:nvPr>
            <p:ph type="title"/>
          </p:nvPr>
        </p:nvSpPr>
        <p:spPr>
          <a:xfrm>
            <a:off x="539552" y="260648"/>
            <a:ext cx="7941568" cy="745907"/>
          </a:xfrm>
          <a:prstGeom prst="rect">
            <a:avLst/>
          </a:prstGeom>
          <a:noFill/>
          <a:ln>
            <a:noFill/>
          </a:ln>
        </p:spPr>
        <p:txBody>
          <a:bodyPr anchor="t"/>
          <a:lstStyle/>
          <a:p>
            <a:pPr algn="l"/>
            <a:r>
              <a:rPr lang="en-US" altLang="zh-CN" dirty="0" smtClean="0"/>
              <a:t>2.1 </a:t>
            </a:r>
            <a:r>
              <a:rPr lang="zh-CN" altLang="zh-CN" dirty="0" smtClean="0"/>
              <a:t>预</a:t>
            </a:r>
            <a:r>
              <a:rPr lang="zh-CN" altLang="zh-CN" dirty="0"/>
              <a:t>览完成的课件</a:t>
            </a:r>
            <a:endParaRPr lang="zh-CN" altLang="en-US" dirty="0"/>
          </a:p>
        </p:txBody>
      </p:sp>
      <p:sp>
        <p:nvSpPr>
          <p:cNvPr id="3" name="圆角矩形 2"/>
          <p:cNvSpPr/>
          <p:nvPr/>
        </p:nvSpPr>
        <p:spPr>
          <a:xfrm>
            <a:off x="539750" y="1700213"/>
            <a:ext cx="647700" cy="3457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lt1"/>
                </a:solidFill>
                <a:effectLst/>
                <a:uLnTx/>
                <a:uFillTx/>
                <a:latin typeface="+mn-lt"/>
                <a:ea typeface="+mn-ea"/>
                <a:cs typeface="+mn-cs"/>
              </a:rPr>
              <a:t>操</a:t>
            </a:r>
            <a:endParaRPr kumimoji="0" lang="en-US" altLang="zh-CN"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lt1"/>
                </a:solidFill>
                <a:effectLst/>
                <a:uLnTx/>
                <a:uFillTx/>
                <a:latin typeface="+mn-lt"/>
                <a:ea typeface="+mn-ea"/>
                <a:cs typeface="+mn-cs"/>
              </a:rPr>
              <a:t>作</a:t>
            </a:r>
            <a:endParaRPr kumimoji="0" lang="en-US" altLang="zh-CN"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lt1"/>
                </a:solidFill>
                <a:effectLst/>
                <a:uLnTx/>
                <a:uFillTx/>
                <a:latin typeface="+mn-lt"/>
                <a:ea typeface="+mn-ea"/>
                <a:cs typeface="+mn-cs"/>
              </a:rPr>
              <a:t>步</a:t>
            </a:r>
            <a:endParaRPr kumimoji="0" lang="en-US" altLang="zh-CN"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lt1"/>
                </a:solidFill>
                <a:effectLst/>
                <a:uLnTx/>
                <a:uFillTx/>
                <a:latin typeface="+mn-lt"/>
                <a:ea typeface="+mn-ea"/>
                <a:cs typeface="+mn-cs"/>
              </a:rPr>
              <a:t>骤</a:t>
            </a:r>
            <a:endParaRPr kumimoji="0" lang="en-US" altLang="zh-CN"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lt1"/>
                </a:solidFill>
                <a:effectLst/>
                <a:uLnTx/>
                <a:uFillTx/>
                <a:latin typeface="+mn-lt"/>
                <a:ea typeface="+mn-ea"/>
                <a:cs typeface="+mn-cs"/>
              </a:rPr>
              <a:t>如</a:t>
            </a:r>
            <a:endParaRPr kumimoji="0" lang="en-US" altLang="zh-CN" sz="2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2400" dirty="0"/>
              <a:t>图</a:t>
            </a:r>
            <a:endParaRPr kumimoji="0"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graphicFrame>
        <p:nvGraphicFramePr>
          <p:cNvPr id="5" name="图示 4"/>
          <p:cNvGraphicFramePr/>
          <p:nvPr>
            <p:extLst>
              <p:ext uri="{D42A27DB-BD31-4B8C-83A1-F6EECF244321}">
                <p14:modId xmlns:p14="http://schemas.microsoft.com/office/powerpoint/2010/main" val="1985231751"/>
              </p:ext>
            </p:extLst>
          </p:nvPr>
        </p:nvGraphicFramePr>
        <p:xfrm>
          <a:off x="1763688" y="980728"/>
          <a:ext cx="7128792" cy="4896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2.2  </a:t>
            </a:r>
            <a:r>
              <a:rPr lang="zh-CN" altLang="en-US" dirty="0"/>
              <a:t>前期修饰方案</a:t>
            </a:r>
          </a:p>
        </p:txBody>
      </p:sp>
      <p:sp>
        <p:nvSpPr>
          <p:cNvPr id="3" name="圆角矩形 2"/>
          <p:cNvSpPr/>
          <p:nvPr/>
        </p:nvSpPr>
        <p:spPr>
          <a:xfrm>
            <a:off x="1259632" y="1783206"/>
            <a:ext cx="6408712" cy="30243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smtClean="0"/>
              <a:t>         </a:t>
            </a:r>
            <a:r>
              <a:rPr lang="zh-CN" altLang="zh-CN" sz="2000" dirty="0" smtClean="0"/>
              <a:t>图像</a:t>
            </a:r>
            <a:r>
              <a:rPr lang="zh-CN" altLang="zh-CN" sz="2000" dirty="0"/>
              <a:t>修饰的工作量取决于要处理的图像以及我们要实现的目标。对于许多图像来说，你可能只需要更改分辨率，修改图像亮度、色阶，或是修复微小的瑕疵。对于另一些图像来说，你可能还需要执行其他的任务，应用更高级的滤镜，做更加复杂而细致的工作。</a:t>
            </a:r>
          </a:p>
          <a:p>
            <a:pPr indent="720000" algn="ctr"/>
            <a:endParaRPr lang="zh-CN" altLang="en-US" dirty="0"/>
          </a:p>
        </p:txBody>
      </p:sp>
    </p:spTree>
    <p:extLst>
      <p:ext uri="{BB962C8B-B14F-4D97-AF65-F5344CB8AC3E}">
        <p14:creationId xmlns:p14="http://schemas.microsoft.com/office/powerpoint/2010/main" val="117493384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4098" name="标题 1"/>
          <p:cNvSpPr>
            <a:spLocks noGrp="1"/>
          </p:cNvSpPr>
          <p:nvPr>
            <p:ph type="title"/>
          </p:nvPr>
        </p:nvSpPr>
        <p:spPr>
          <a:prstGeom prst="rect">
            <a:avLst/>
          </a:prstGeom>
          <a:noFill/>
          <a:ln>
            <a:noFill/>
          </a:ln>
        </p:spPr>
        <p:txBody>
          <a:bodyPr anchor="t"/>
          <a:lstStyle/>
          <a:p>
            <a:pPr algn="l"/>
            <a:r>
              <a:rPr lang="en-US" altLang="zh-CN" dirty="0"/>
              <a:t>2.2.1  </a:t>
            </a:r>
            <a:r>
              <a:rPr lang="zh-CN" altLang="en-US" dirty="0"/>
              <a:t>安排合理的处理步骤</a:t>
            </a:r>
            <a:endParaRPr lang="zh-CN" altLang="en-US" dirty="0"/>
          </a:p>
        </p:txBody>
      </p:sp>
      <p:graphicFrame>
        <p:nvGraphicFramePr>
          <p:cNvPr id="4" name="图示 3"/>
          <p:cNvGraphicFramePr/>
          <p:nvPr>
            <p:extLst>
              <p:ext uri="{D42A27DB-BD31-4B8C-83A1-F6EECF244321}">
                <p14:modId xmlns:p14="http://schemas.microsoft.com/office/powerpoint/2010/main" val="3022500978"/>
              </p:ext>
            </p:extLst>
          </p:nvPr>
        </p:nvGraphicFramePr>
        <p:xfrm>
          <a:off x="0" y="1196752"/>
          <a:ext cx="8280920" cy="4130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965869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2.2.2</a:t>
            </a:r>
            <a:r>
              <a:rPr lang="zh-CN" altLang="en-US" dirty="0"/>
              <a:t>分辨率和图片尺寸</a:t>
            </a:r>
          </a:p>
        </p:txBody>
      </p:sp>
      <p:sp>
        <p:nvSpPr>
          <p:cNvPr id="3" name="圆角矩形 2"/>
          <p:cNvSpPr/>
          <p:nvPr/>
        </p:nvSpPr>
        <p:spPr>
          <a:xfrm>
            <a:off x="1043608" y="1700808"/>
            <a:ext cx="7302225" cy="37643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smtClean="0">
                <a:solidFill>
                  <a:prstClr val="white"/>
                </a:solidFill>
              </a:rPr>
              <a:t>         从</a:t>
            </a:r>
            <a:r>
              <a:rPr lang="zh-CN" altLang="en-US" sz="2000" dirty="0">
                <a:solidFill>
                  <a:prstClr val="white"/>
                </a:solidFill>
              </a:rPr>
              <a:t>某种程度上来说，对图像应用什么样的修饰技术取决于用户打算如何使用图像。图像是要用于使用新闻纸的黑白出版物中，还是要在网上全彩色发布，这影响着从图像所需的原始扫描分辨率到色调范围的类型以及颜色校正等环节。</a:t>
            </a:r>
            <a:r>
              <a:rPr lang="en-US" altLang="zh-CN" sz="2000" dirty="0">
                <a:solidFill>
                  <a:prstClr val="white"/>
                </a:solidFill>
              </a:rPr>
              <a:t>Photoshop</a:t>
            </a:r>
            <a:r>
              <a:rPr lang="zh-CN" altLang="en-US" sz="2000" dirty="0">
                <a:solidFill>
                  <a:prstClr val="white"/>
                </a:solidFill>
              </a:rPr>
              <a:t>支持</a:t>
            </a:r>
            <a:r>
              <a:rPr lang="en-US" altLang="zh-CN" sz="2000" dirty="0">
                <a:solidFill>
                  <a:prstClr val="white"/>
                </a:solidFill>
              </a:rPr>
              <a:t>CMYK</a:t>
            </a:r>
            <a:r>
              <a:rPr lang="zh-CN" altLang="en-US" sz="2000" dirty="0">
                <a:solidFill>
                  <a:prstClr val="white"/>
                </a:solidFill>
              </a:rPr>
              <a:t>颜色模式，该模式用于处理使用三原色印刷（</a:t>
            </a:r>
            <a:r>
              <a:rPr lang="en-US" altLang="zh-CN" sz="2000" dirty="0">
                <a:solidFill>
                  <a:prstClr val="white"/>
                </a:solidFill>
              </a:rPr>
              <a:t>process colors</a:t>
            </a:r>
            <a:r>
              <a:rPr lang="zh-CN" altLang="en-US" sz="2000" dirty="0">
                <a:solidFill>
                  <a:prstClr val="white"/>
                </a:solidFill>
              </a:rPr>
              <a:t>）的图像，还支持用于</a:t>
            </a:r>
            <a:r>
              <a:rPr lang="en-US" altLang="zh-CN" sz="2000" dirty="0">
                <a:solidFill>
                  <a:prstClr val="white"/>
                </a:solidFill>
              </a:rPr>
              <a:t>web</a:t>
            </a:r>
            <a:r>
              <a:rPr lang="zh-CN" altLang="en-US" sz="2000" dirty="0">
                <a:solidFill>
                  <a:prstClr val="white"/>
                </a:solidFill>
              </a:rPr>
              <a:t>和移动编辑的</a:t>
            </a:r>
            <a:r>
              <a:rPr lang="en-US" altLang="zh-CN" sz="2000" dirty="0">
                <a:solidFill>
                  <a:prstClr val="white"/>
                </a:solidFill>
              </a:rPr>
              <a:t>RGB</a:t>
            </a:r>
            <a:r>
              <a:rPr lang="zh-CN" altLang="en-US" sz="2000" dirty="0">
                <a:solidFill>
                  <a:prstClr val="white"/>
                </a:solidFill>
              </a:rPr>
              <a:t>和其他颜色的编辑模式。</a:t>
            </a:r>
          </a:p>
        </p:txBody>
      </p:sp>
    </p:spTree>
    <p:extLst>
      <p:ext uri="{BB962C8B-B14F-4D97-AF65-F5344CB8AC3E}">
        <p14:creationId xmlns:p14="http://schemas.microsoft.com/office/powerpoint/2010/main" val="122948384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p:nvPr/>
        </p:nvSpPr>
        <p:spPr>
          <a:xfrm>
            <a:off x="0" y="0"/>
            <a:ext cx="9144000" cy="457200"/>
          </a:xfrm>
          <a:prstGeom prst="rect">
            <a:avLst/>
          </a:prstGeom>
          <a:noFill/>
          <a:ln w="9525">
            <a:noFill/>
          </a:ln>
        </p:spPr>
        <p:txBody>
          <a:bodyPr wrap="none" tIns="215832" bIns="209484" anchor="ctr">
            <a:spAutoFit/>
          </a:bodyPr>
          <a:lstStyle/>
          <a:p>
            <a:endParaRPr lang="zh-CN" altLang="en-US" dirty="0">
              <a:solidFill>
                <a:prstClr val="black"/>
              </a:solidFill>
            </a:endParaRPr>
          </a:p>
        </p:txBody>
      </p:sp>
      <p:sp>
        <p:nvSpPr>
          <p:cNvPr id="9218" name="标题 1"/>
          <p:cNvSpPr>
            <a:spLocks noGrp="1"/>
          </p:cNvSpPr>
          <p:nvPr>
            <p:ph type="title"/>
          </p:nvPr>
        </p:nvSpPr>
        <p:spPr>
          <a:xfrm>
            <a:off x="518864" y="264066"/>
            <a:ext cx="8229600" cy="788670"/>
          </a:xfrm>
          <a:prstGeom prst="rect">
            <a:avLst/>
          </a:prstGeom>
          <a:noFill/>
          <a:ln>
            <a:noFill/>
          </a:ln>
        </p:spPr>
        <p:txBody>
          <a:bodyPr anchor="t"/>
          <a:lstStyle/>
          <a:p>
            <a:pPr algn="l"/>
            <a:r>
              <a:rPr lang="en-US" altLang="zh-CN" dirty="0"/>
              <a:t>2.3  </a:t>
            </a:r>
            <a:r>
              <a:rPr lang="zh-CN" altLang="en-US" dirty="0"/>
              <a:t>了解图片分辨率尺寸</a:t>
            </a:r>
            <a:endParaRPr lang="zh-CN" altLang="zh-CN" dirty="0"/>
          </a:p>
        </p:txBody>
      </p:sp>
      <p:sp>
        <p:nvSpPr>
          <p:cNvPr id="3"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6" name="Rectangle 5"/>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37" name="矩形 36"/>
          <p:cNvSpPr/>
          <p:nvPr/>
        </p:nvSpPr>
        <p:spPr>
          <a:xfrm>
            <a:off x="622264" y="3789040"/>
            <a:ext cx="4597808" cy="194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zh-CN" sz="2000" dirty="0"/>
              <a:t>在图像中，每单位长度的像素称为图像分辨率，通常使用像素</a:t>
            </a:r>
            <a:r>
              <a:rPr lang="en-US" altLang="zh-CN" sz="2000" dirty="0"/>
              <a:t>/</a:t>
            </a:r>
            <a:r>
              <a:rPr lang="zh-CN" altLang="zh-CN" sz="2000" dirty="0"/>
              <a:t>英寸（</a:t>
            </a:r>
            <a:r>
              <a:rPr lang="en-US" altLang="zh-CN" sz="2000" dirty="0" err="1"/>
              <a:t>ppi</a:t>
            </a:r>
            <a:r>
              <a:rPr lang="zh-CN" altLang="zh-CN" sz="2000" dirty="0"/>
              <a:t>）。图像像素被直接转换为显示器像素。在</a:t>
            </a:r>
            <a:r>
              <a:rPr lang="en-US" altLang="zh-CN" sz="2000" dirty="0"/>
              <a:t>Photoshop</a:t>
            </a:r>
            <a:r>
              <a:rPr lang="zh-CN" altLang="zh-CN" sz="2000" dirty="0"/>
              <a:t>中，如果图像分辨率高于显示器分辨率，则在屏幕上显示的图像将比它指定的打印尺寸大。</a:t>
            </a:r>
          </a:p>
        </p:txBody>
      </p:sp>
      <p:sp>
        <p:nvSpPr>
          <p:cNvPr id="16" name="矩形 15"/>
          <p:cNvSpPr/>
          <p:nvPr/>
        </p:nvSpPr>
        <p:spPr>
          <a:xfrm>
            <a:off x="622264" y="1122108"/>
            <a:ext cx="4597808" cy="16588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zh-CN" sz="2000" dirty="0"/>
              <a:t>在</a:t>
            </a:r>
            <a:r>
              <a:rPr lang="en-US" altLang="zh-CN" sz="2000" dirty="0"/>
              <a:t>Photoshop</a:t>
            </a:r>
            <a:r>
              <a:rPr lang="zh-CN" altLang="zh-CN" sz="2000" dirty="0"/>
              <a:t>中修饰照片的第一步是确保图像有合适的分辨率。分辨率是指描述图像并建立图像细节的小方块（即像素）的数量。分辨率由像素尺寸或是图像水平和垂直方向的像素数</a:t>
            </a:r>
            <a:r>
              <a:rPr lang="zh-CN" altLang="zh-CN" sz="2000" dirty="0" smtClean="0"/>
              <a:t>决定</a:t>
            </a:r>
            <a:r>
              <a:rPr lang="zh-CN" altLang="en-US" sz="2000" dirty="0"/>
              <a:t>。</a:t>
            </a:r>
            <a:endParaRPr lang="zh-CN" altLang="zh-CN" sz="2000" dirty="0">
              <a:solidFill>
                <a:prstClr val="white"/>
              </a:solidFill>
            </a:endParaRPr>
          </a:p>
        </p:txBody>
      </p:sp>
      <p:sp>
        <p:nvSpPr>
          <p:cNvPr id="17" name="矩形 16"/>
          <p:cNvSpPr/>
          <p:nvPr/>
        </p:nvSpPr>
        <p:spPr>
          <a:xfrm>
            <a:off x="622264" y="2924944"/>
            <a:ext cx="4597808"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zh-CN" sz="2000" dirty="0"/>
              <a:t>在计算机图形学中，有很多类型的分辨率</a:t>
            </a:r>
            <a:r>
              <a:rPr lang="zh-CN" altLang="zh-CN" sz="2000" dirty="0" smtClean="0"/>
              <a:t>。</a:t>
            </a:r>
            <a:endParaRPr lang="zh-CN" altLang="zh-CN" sz="2000" dirty="0"/>
          </a:p>
        </p:txBody>
      </p:sp>
      <p:pic>
        <p:nvPicPr>
          <p:cNvPr id="15" name="图片 14"/>
          <p:cNvPicPr/>
          <p:nvPr/>
        </p:nvPicPr>
        <p:blipFill>
          <a:blip r:embed="rId2" cstate="print"/>
          <a:srcRect l="819" t="1457" r="1433" b="2040"/>
          <a:stretch>
            <a:fillRect/>
          </a:stretch>
        </p:blipFill>
        <p:spPr>
          <a:xfrm>
            <a:off x="5582501" y="2197552"/>
            <a:ext cx="3528392" cy="2448079"/>
          </a:xfrm>
          <a:prstGeom prst="rect">
            <a:avLst/>
          </a:prstGeom>
          <a:ln>
            <a:solidFill>
              <a:schemeClr val="tx1"/>
            </a:solidFill>
          </a:ln>
        </p:spPr>
      </p:pic>
    </p:spTree>
    <p:extLst>
      <p:ext uri="{BB962C8B-B14F-4D97-AF65-F5344CB8AC3E}">
        <p14:creationId xmlns:p14="http://schemas.microsoft.com/office/powerpoint/2010/main" val="4259773430"/>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p:nvPr/>
        </p:nvSpPr>
        <p:spPr>
          <a:xfrm>
            <a:off x="171433"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8194" name="标题 1"/>
          <p:cNvSpPr>
            <a:spLocks noGrp="1"/>
          </p:cNvSpPr>
          <p:nvPr>
            <p:ph type="title"/>
          </p:nvPr>
        </p:nvSpPr>
        <p:spPr>
          <a:xfrm>
            <a:off x="539552" y="260648"/>
            <a:ext cx="8229600" cy="855315"/>
          </a:xfrm>
          <a:prstGeom prst="rect">
            <a:avLst/>
          </a:prstGeom>
          <a:noFill/>
          <a:ln>
            <a:noFill/>
          </a:ln>
        </p:spPr>
        <p:txBody>
          <a:bodyPr anchor="t"/>
          <a:lstStyle/>
          <a:p>
            <a:pPr algn="l"/>
            <a:r>
              <a:rPr lang="en-US" altLang="zh-CN" sz="3600" dirty="0" smtClean="0"/>
              <a:t>2.4  </a:t>
            </a:r>
            <a:r>
              <a:rPr lang="zh-CN" altLang="en-US" sz="3600" dirty="0"/>
              <a:t>使用“裁剪工具”修齐和裁剪图像</a:t>
            </a:r>
          </a:p>
        </p:txBody>
      </p:sp>
      <p:graphicFrame>
        <p:nvGraphicFramePr>
          <p:cNvPr id="5" name="图示 4"/>
          <p:cNvGraphicFramePr/>
          <p:nvPr>
            <p:extLst>
              <p:ext uri="{D42A27DB-BD31-4B8C-83A1-F6EECF244321}">
                <p14:modId xmlns:p14="http://schemas.microsoft.com/office/powerpoint/2010/main" val="2679189043"/>
              </p:ext>
            </p:extLst>
          </p:nvPr>
        </p:nvGraphicFramePr>
        <p:xfrm>
          <a:off x="323528" y="1700808"/>
          <a:ext cx="8223516" cy="4176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1403648" y="1091530"/>
            <a:ext cx="2529840" cy="4984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dk1"/>
                </a:solidFill>
                <a:effectLst/>
                <a:uLnTx/>
                <a:uFillTx/>
                <a:latin typeface="+mn-lt"/>
                <a:ea typeface="+mn-ea"/>
                <a:cs typeface="+mn-cs"/>
              </a:rPr>
              <a:t>操作步骤如下</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p:nvPr/>
        </p:nvSpPr>
        <p:spPr>
          <a:xfrm>
            <a:off x="171433" y="0"/>
            <a:ext cx="9144000" cy="457200"/>
          </a:xfrm>
          <a:prstGeom prst="rect">
            <a:avLst/>
          </a:prstGeom>
          <a:noFill/>
          <a:ln w="9525">
            <a:noFill/>
          </a:ln>
        </p:spPr>
        <p:txBody>
          <a:bodyPr wrap="none" tIns="215832" bIns="209484" anchor="ctr">
            <a:spAutoFit/>
          </a:bodyPr>
          <a:lstStyle/>
          <a:p>
            <a:endParaRPr lang="zh-CN" altLang="en-US" dirty="0">
              <a:solidFill>
                <a:prstClr val="black"/>
              </a:solidFill>
            </a:endParaRPr>
          </a:p>
        </p:txBody>
      </p:sp>
      <p:sp>
        <p:nvSpPr>
          <p:cNvPr id="8194" name="标题 1"/>
          <p:cNvSpPr>
            <a:spLocks noGrp="1"/>
          </p:cNvSpPr>
          <p:nvPr>
            <p:ph type="title"/>
          </p:nvPr>
        </p:nvSpPr>
        <p:spPr>
          <a:xfrm>
            <a:off x="539552" y="260648"/>
            <a:ext cx="8229600" cy="855315"/>
          </a:xfrm>
          <a:prstGeom prst="rect">
            <a:avLst/>
          </a:prstGeom>
          <a:noFill/>
          <a:ln>
            <a:noFill/>
          </a:ln>
        </p:spPr>
        <p:txBody>
          <a:bodyPr anchor="t"/>
          <a:lstStyle/>
          <a:p>
            <a:pPr algn="l"/>
            <a:r>
              <a:rPr lang="en-US" altLang="zh-CN" sz="3600" dirty="0" smtClean="0"/>
              <a:t>2.4  </a:t>
            </a:r>
            <a:r>
              <a:rPr lang="zh-CN" altLang="en-US" sz="3600" dirty="0"/>
              <a:t>使用“裁剪工具”修齐和裁剪图像</a:t>
            </a:r>
          </a:p>
        </p:txBody>
      </p:sp>
      <p:graphicFrame>
        <p:nvGraphicFramePr>
          <p:cNvPr id="5" name="图示 4"/>
          <p:cNvGraphicFramePr/>
          <p:nvPr>
            <p:extLst>
              <p:ext uri="{D42A27DB-BD31-4B8C-83A1-F6EECF244321}">
                <p14:modId xmlns:p14="http://schemas.microsoft.com/office/powerpoint/2010/main" val="1017392921"/>
              </p:ext>
            </p:extLst>
          </p:nvPr>
        </p:nvGraphicFramePr>
        <p:xfrm>
          <a:off x="395536" y="1772816"/>
          <a:ext cx="8223516" cy="4032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1403648" y="1091530"/>
            <a:ext cx="2529840" cy="4984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rtl="0">
              <a:defRPr/>
            </a:pPr>
            <a:r>
              <a:rPr lang="zh-CN" altLang="en-US" dirty="0">
                <a:solidFill>
                  <a:prstClr val="black"/>
                </a:solidFill>
              </a:rPr>
              <a:t>操作步骤如下</a:t>
            </a:r>
          </a:p>
        </p:txBody>
      </p:sp>
    </p:spTree>
    <p:extLst>
      <p:ext uri="{BB962C8B-B14F-4D97-AF65-F5344CB8AC3E}">
        <p14:creationId xmlns:p14="http://schemas.microsoft.com/office/powerpoint/2010/main" val="235989532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9218" name="标题 1"/>
          <p:cNvSpPr>
            <a:spLocks noGrp="1"/>
          </p:cNvSpPr>
          <p:nvPr>
            <p:ph type="title"/>
          </p:nvPr>
        </p:nvSpPr>
        <p:spPr>
          <a:xfrm>
            <a:off x="518864" y="264066"/>
            <a:ext cx="8229600" cy="788670"/>
          </a:xfrm>
          <a:prstGeom prst="rect">
            <a:avLst/>
          </a:prstGeom>
          <a:noFill/>
          <a:ln>
            <a:noFill/>
          </a:ln>
        </p:spPr>
        <p:txBody>
          <a:bodyPr anchor="t"/>
          <a:lstStyle/>
          <a:p>
            <a:pPr algn="l"/>
            <a:r>
              <a:rPr lang="en-US" altLang="zh-CN" dirty="0"/>
              <a:t>2.5  </a:t>
            </a:r>
            <a:r>
              <a:rPr lang="zh-CN" altLang="zh-CN" dirty="0"/>
              <a:t>快速调整图像颜色和色调</a:t>
            </a:r>
          </a:p>
        </p:txBody>
      </p:sp>
      <p:sp>
        <p:nvSpPr>
          <p:cNvPr id="3"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7" name="矩形 36"/>
          <p:cNvSpPr/>
          <p:nvPr/>
        </p:nvSpPr>
        <p:spPr>
          <a:xfrm>
            <a:off x="395536" y="3501008"/>
            <a:ext cx="4536504"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000" dirty="0" smtClean="0"/>
              <a:t>3.</a:t>
            </a:r>
            <a:r>
              <a:rPr lang="zh-CN" altLang="zh-CN" sz="2000" dirty="0" smtClean="0"/>
              <a:t>单击</a:t>
            </a:r>
            <a:r>
              <a:rPr lang="zh-CN" altLang="zh-CN" sz="2000" dirty="0"/>
              <a:t>“调整面板”中的“色相</a:t>
            </a:r>
            <a:r>
              <a:rPr lang="en-US" altLang="zh-CN" sz="2000" dirty="0"/>
              <a:t>/</a:t>
            </a:r>
            <a:r>
              <a:rPr lang="zh-CN" altLang="zh-CN" sz="2000" dirty="0"/>
              <a:t>饱和度”按钮，系统会自动在“图层面板”添加一个“色相</a:t>
            </a:r>
            <a:r>
              <a:rPr lang="en-US" altLang="zh-CN" sz="2000" dirty="0"/>
              <a:t>/</a:t>
            </a:r>
            <a:r>
              <a:rPr lang="zh-CN" altLang="zh-CN" sz="2000" dirty="0"/>
              <a:t>饱和度”的调整图</a:t>
            </a:r>
            <a:r>
              <a:rPr lang="zh-CN" altLang="zh-CN" sz="2000" dirty="0" smtClean="0"/>
              <a:t>层</a:t>
            </a:r>
            <a:r>
              <a:rPr lang="zh-CN" altLang="en-US" sz="2000" dirty="0" smtClean="0"/>
              <a:t>。</a:t>
            </a:r>
            <a:endParaRPr lang="zh-CN" altLang="zh-CN" sz="2000" dirty="0"/>
          </a:p>
        </p:txBody>
      </p:sp>
      <p:sp>
        <p:nvSpPr>
          <p:cNvPr id="16" name="矩形 15"/>
          <p:cNvSpPr/>
          <p:nvPr/>
        </p:nvSpPr>
        <p:spPr>
          <a:xfrm>
            <a:off x="395536" y="1163994"/>
            <a:ext cx="4536504" cy="1112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000" dirty="0" smtClean="0"/>
              <a:t>1.</a:t>
            </a:r>
            <a:r>
              <a:rPr lang="zh-CN" altLang="zh-CN" sz="2000" dirty="0" smtClean="0"/>
              <a:t>单击</a:t>
            </a:r>
            <a:r>
              <a:rPr lang="zh-CN" altLang="zh-CN" sz="2000" dirty="0"/>
              <a:t>“调整面板”中的“亮度</a:t>
            </a:r>
            <a:r>
              <a:rPr lang="en-US" altLang="zh-CN" sz="2000" dirty="0"/>
              <a:t>/</a:t>
            </a:r>
            <a:r>
              <a:rPr lang="zh-CN" altLang="zh-CN" sz="2000" dirty="0"/>
              <a:t>对比度”，系统会自动在“图层面板”添加一个“亮度</a:t>
            </a:r>
            <a:r>
              <a:rPr lang="en-US" altLang="zh-CN" sz="2000" dirty="0"/>
              <a:t>/</a:t>
            </a:r>
            <a:r>
              <a:rPr lang="zh-CN" altLang="zh-CN" sz="2000" dirty="0"/>
              <a:t>对比度”的调整图层。</a:t>
            </a:r>
          </a:p>
        </p:txBody>
      </p:sp>
      <p:sp>
        <p:nvSpPr>
          <p:cNvPr id="17" name="矩形 16"/>
          <p:cNvSpPr/>
          <p:nvPr/>
        </p:nvSpPr>
        <p:spPr>
          <a:xfrm>
            <a:off x="395536" y="2435017"/>
            <a:ext cx="4536504" cy="921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000" dirty="0" smtClean="0"/>
              <a:t>2.</a:t>
            </a:r>
            <a:r>
              <a:rPr lang="zh-CN" altLang="zh-CN" sz="2000" dirty="0" smtClean="0"/>
              <a:t>在</a:t>
            </a:r>
            <a:r>
              <a:rPr lang="zh-CN" altLang="zh-CN" sz="2000" dirty="0"/>
              <a:t>“属性面板”中，将“亮度”值调整到“</a:t>
            </a:r>
            <a:r>
              <a:rPr lang="en-US" altLang="zh-CN" sz="2000" dirty="0"/>
              <a:t>25</a:t>
            </a:r>
            <a:r>
              <a:rPr lang="zh-CN" altLang="zh-CN" sz="2000" dirty="0"/>
              <a:t>”，“对比度”值调整到“</a:t>
            </a:r>
            <a:r>
              <a:rPr lang="en-US" altLang="zh-CN" sz="2000" dirty="0"/>
              <a:t>20</a:t>
            </a:r>
            <a:r>
              <a:rPr lang="zh-CN" altLang="zh-CN" sz="2000" dirty="0" smtClean="0"/>
              <a:t>”</a:t>
            </a:r>
            <a:r>
              <a:rPr lang="zh-CN" altLang="en-US" sz="2000" dirty="0" smtClean="0"/>
              <a:t>。</a:t>
            </a:r>
            <a:endParaRPr lang="zh-CN" altLang="zh-CN" sz="2000" dirty="0"/>
          </a:p>
        </p:txBody>
      </p:sp>
      <p:sp>
        <p:nvSpPr>
          <p:cNvPr id="18" name="矩形 17"/>
          <p:cNvSpPr/>
          <p:nvPr/>
        </p:nvSpPr>
        <p:spPr>
          <a:xfrm>
            <a:off x="395536" y="4725144"/>
            <a:ext cx="4536504" cy="1152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000" b="1" dirty="0" smtClean="0"/>
              <a:t>4.</a:t>
            </a:r>
            <a:r>
              <a:rPr lang="zh-CN" altLang="zh-CN" sz="2000" dirty="0"/>
              <a:t>调整全图的“色相”为“</a:t>
            </a:r>
            <a:r>
              <a:rPr lang="en-US" altLang="zh-CN" sz="2000" dirty="0"/>
              <a:t>-10</a:t>
            </a:r>
            <a:r>
              <a:rPr lang="zh-CN" altLang="zh-CN" sz="2000" dirty="0"/>
              <a:t>”，“饱和度”为“</a:t>
            </a:r>
            <a:r>
              <a:rPr lang="en-US" altLang="zh-CN" sz="2000" dirty="0"/>
              <a:t>20</a:t>
            </a:r>
            <a:r>
              <a:rPr lang="zh-CN" altLang="zh-CN" sz="2000" dirty="0"/>
              <a:t>”，红色的“饱和度”为“</a:t>
            </a:r>
            <a:r>
              <a:rPr lang="en-US" altLang="zh-CN" sz="2000" dirty="0"/>
              <a:t>20</a:t>
            </a:r>
            <a:r>
              <a:rPr lang="zh-CN" altLang="zh-CN" sz="2000" dirty="0"/>
              <a:t>”，黄色的“饱和度”为“</a:t>
            </a:r>
            <a:r>
              <a:rPr lang="en-US" altLang="zh-CN" sz="2000" dirty="0"/>
              <a:t>15</a:t>
            </a:r>
            <a:r>
              <a:rPr lang="zh-CN" altLang="zh-CN" sz="2000" dirty="0"/>
              <a:t>”</a:t>
            </a:r>
            <a:r>
              <a:rPr lang="zh-CN" altLang="zh-CN" sz="2000" dirty="0" smtClean="0"/>
              <a:t>。</a:t>
            </a:r>
            <a:endParaRPr lang="zh-CN" altLang="zh-CN" sz="2000" dirty="0"/>
          </a:p>
        </p:txBody>
      </p:sp>
      <p:pic>
        <p:nvPicPr>
          <p:cNvPr id="15" name="图片 14"/>
          <p:cNvPicPr/>
          <p:nvPr/>
        </p:nvPicPr>
        <p:blipFill>
          <a:blip r:embed="rId2" cstate="print"/>
          <a:srcRect l="788" t="2421" r="1181" b="3632"/>
          <a:stretch>
            <a:fillRect/>
          </a:stretch>
        </p:blipFill>
        <p:spPr>
          <a:xfrm>
            <a:off x="5522276" y="1216376"/>
            <a:ext cx="2779966" cy="1420536"/>
          </a:xfrm>
          <a:prstGeom prst="rect">
            <a:avLst/>
          </a:prstGeom>
          <a:ln>
            <a:solidFill>
              <a:schemeClr val="tx1"/>
            </a:solidFill>
          </a:ln>
        </p:spPr>
      </p:pic>
      <p:pic>
        <p:nvPicPr>
          <p:cNvPr id="20" name="图片 19"/>
          <p:cNvPicPr/>
          <p:nvPr/>
        </p:nvPicPr>
        <p:blipFill>
          <a:blip r:embed="rId3" cstate="print"/>
          <a:stretch>
            <a:fillRect/>
          </a:stretch>
        </p:blipFill>
        <p:spPr>
          <a:xfrm>
            <a:off x="5041823" y="2941397"/>
            <a:ext cx="1330377" cy="1965759"/>
          </a:xfrm>
          <a:prstGeom prst="rect">
            <a:avLst/>
          </a:prstGeom>
        </p:spPr>
      </p:pic>
      <p:pic>
        <p:nvPicPr>
          <p:cNvPr id="23" name="图片 22"/>
          <p:cNvPicPr/>
          <p:nvPr/>
        </p:nvPicPr>
        <p:blipFill>
          <a:blip r:embed="rId4" cstate="print"/>
          <a:stretch>
            <a:fillRect/>
          </a:stretch>
        </p:blipFill>
        <p:spPr>
          <a:xfrm>
            <a:off x="6372201" y="2941397"/>
            <a:ext cx="1368151" cy="1965758"/>
          </a:xfrm>
          <a:prstGeom prst="rect">
            <a:avLst/>
          </a:prstGeom>
        </p:spPr>
      </p:pic>
      <p:pic>
        <p:nvPicPr>
          <p:cNvPr id="24" name="图片 23"/>
          <p:cNvPicPr/>
          <p:nvPr/>
        </p:nvPicPr>
        <p:blipFill>
          <a:blip r:embed="rId5" cstate="print"/>
          <a:stretch>
            <a:fillRect/>
          </a:stretch>
        </p:blipFill>
        <p:spPr>
          <a:xfrm>
            <a:off x="7713852" y="2956723"/>
            <a:ext cx="1322644" cy="1965758"/>
          </a:xfrm>
          <a:prstGeom prst="rect">
            <a:avLst/>
          </a:prstGeom>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11266" name="标题 1"/>
          <p:cNvSpPr>
            <a:spLocks noGrp="1"/>
          </p:cNvSpPr>
          <p:nvPr>
            <p:ph type="title"/>
          </p:nvPr>
        </p:nvSpPr>
        <p:spPr>
          <a:xfrm>
            <a:off x="539552" y="260648"/>
            <a:ext cx="8229600" cy="1143000"/>
          </a:xfrm>
          <a:prstGeom prst="rect">
            <a:avLst/>
          </a:prstGeom>
          <a:noFill/>
          <a:ln>
            <a:noFill/>
          </a:ln>
        </p:spPr>
        <p:txBody>
          <a:bodyPr anchor="t"/>
          <a:lstStyle/>
          <a:p>
            <a:pPr algn="l"/>
            <a:r>
              <a:rPr lang="en-US" altLang="zh-CN" dirty="0"/>
              <a:t>2.6  </a:t>
            </a:r>
            <a:r>
              <a:rPr lang="zh-CN" altLang="en-US" dirty="0"/>
              <a:t>使用污点修复画笔工具</a:t>
            </a:r>
            <a:r>
              <a:rPr lang="zh-CN" altLang="zh-CN" sz="4000" b="1" dirty="0" smtClean="0"/>
              <a:t/>
            </a:r>
            <a:br>
              <a:rPr lang="zh-CN" altLang="zh-CN" sz="4000" b="1" dirty="0" smtClean="0"/>
            </a:br>
            <a:r>
              <a:rPr lang="zh-CN" altLang="zh-CN" dirty="0" smtClean="0"/>
              <a:t/>
            </a:r>
            <a:br>
              <a:rPr lang="zh-CN" altLang="zh-CN" dirty="0" smtClean="0"/>
            </a:br>
            <a:endParaRPr lang="zh-CN" altLang="en-US" dirty="0"/>
          </a:p>
        </p:txBody>
      </p:sp>
      <p:graphicFrame>
        <p:nvGraphicFramePr>
          <p:cNvPr id="4" name="图示 3"/>
          <p:cNvGraphicFramePr/>
          <p:nvPr>
            <p:extLst>
              <p:ext uri="{D42A27DB-BD31-4B8C-83A1-F6EECF244321}">
                <p14:modId xmlns:p14="http://schemas.microsoft.com/office/powerpoint/2010/main" val="2869602482"/>
              </p:ext>
            </p:extLst>
          </p:nvPr>
        </p:nvGraphicFramePr>
        <p:xfrm>
          <a:off x="323528" y="1268760"/>
          <a:ext cx="8473960" cy="4320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p:nvPr/>
        </p:nvSpPr>
        <p:spPr>
          <a:xfrm>
            <a:off x="0" y="7257"/>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12290" name="标题 1"/>
          <p:cNvSpPr>
            <a:spLocks noGrp="1"/>
          </p:cNvSpPr>
          <p:nvPr>
            <p:ph type="title"/>
          </p:nvPr>
        </p:nvSpPr>
        <p:spPr>
          <a:xfrm>
            <a:off x="539552" y="260648"/>
            <a:ext cx="8229600" cy="787400"/>
          </a:xfrm>
          <a:prstGeom prst="rect">
            <a:avLst/>
          </a:prstGeom>
          <a:noFill/>
          <a:ln>
            <a:noFill/>
          </a:ln>
        </p:spPr>
        <p:txBody>
          <a:bodyPr anchor="t"/>
          <a:lstStyle/>
          <a:p>
            <a:pPr algn="l"/>
            <a:r>
              <a:rPr lang="en-US" altLang="zh-CN" dirty="0"/>
              <a:t>2.7  </a:t>
            </a:r>
            <a:r>
              <a:rPr lang="zh-CN" altLang="en-US" dirty="0"/>
              <a:t>使用修补工具</a:t>
            </a:r>
            <a:r>
              <a:rPr lang="zh-CN" altLang="zh-CN" b="1" dirty="0" smtClean="0"/>
              <a:t/>
            </a:r>
            <a:br>
              <a:rPr lang="zh-CN" altLang="zh-CN" b="1" dirty="0" smtClean="0"/>
            </a:br>
            <a:r>
              <a:rPr lang="zh-CN" altLang="zh-CN" dirty="0" smtClean="0"/>
              <a:t/>
            </a:r>
            <a:br>
              <a:rPr lang="zh-CN" altLang="zh-CN" dirty="0" smtClean="0"/>
            </a:br>
            <a:endParaRPr lang="zh-CN" altLang="en-US" dirty="0"/>
          </a:p>
        </p:txBody>
      </p:sp>
      <p:graphicFrame>
        <p:nvGraphicFramePr>
          <p:cNvPr id="7" name="图示 6"/>
          <p:cNvGraphicFramePr/>
          <p:nvPr>
            <p:extLst>
              <p:ext uri="{D42A27DB-BD31-4B8C-83A1-F6EECF244321}">
                <p14:modId xmlns:p14="http://schemas.microsoft.com/office/powerpoint/2010/main" val="1918324992"/>
              </p:ext>
            </p:extLst>
          </p:nvPr>
        </p:nvGraphicFramePr>
        <p:xfrm>
          <a:off x="179511" y="1268760"/>
          <a:ext cx="5557774"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p:cNvPicPr/>
          <p:nvPr/>
        </p:nvPicPr>
        <p:blipFill>
          <a:blip r:embed="rId7" cstate="print"/>
          <a:stretch>
            <a:fillRect/>
          </a:stretch>
        </p:blipFill>
        <p:spPr>
          <a:xfrm>
            <a:off x="5960768" y="1556791"/>
            <a:ext cx="2787696" cy="1822013"/>
          </a:xfrm>
          <a:prstGeom prst="rect">
            <a:avLst/>
          </a:prstGeom>
        </p:spPr>
      </p:pic>
      <p:pic>
        <p:nvPicPr>
          <p:cNvPr id="9" name="图片 8"/>
          <p:cNvPicPr/>
          <p:nvPr/>
        </p:nvPicPr>
        <p:blipFill>
          <a:blip r:embed="rId8" cstate="print"/>
          <a:stretch>
            <a:fillRect/>
          </a:stretch>
        </p:blipFill>
        <p:spPr>
          <a:xfrm>
            <a:off x="5953309" y="3430853"/>
            <a:ext cx="2795155" cy="1812909"/>
          </a:xfrm>
          <a:prstGeom prst="rect">
            <a:avLst/>
          </a:prstGeom>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14338" name="标题 1"/>
          <p:cNvSpPr>
            <a:spLocks noGrp="1"/>
          </p:cNvSpPr>
          <p:nvPr>
            <p:ph type="title"/>
          </p:nvPr>
        </p:nvSpPr>
        <p:spPr>
          <a:xfrm>
            <a:off x="539552" y="270669"/>
            <a:ext cx="8229600" cy="854075"/>
          </a:xfrm>
          <a:prstGeom prst="rect">
            <a:avLst/>
          </a:prstGeom>
          <a:noFill/>
          <a:ln>
            <a:noFill/>
          </a:ln>
        </p:spPr>
        <p:txBody>
          <a:bodyPr anchor="t"/>
          <a:lstStyle/>
          <a:p>
            <a:pPr algn="l"/>
            <a:r>
              <a:rPr lang="en-US" altLang="zh-CN" dirty="0"/>
              <a:t>2.8  </a:t>
            </a:r>
            <a:r>
              <a:rPr lang="zh-CN" altLang="en-US" dirty="0"/>
              <a:t>使用仿制图章工具</a:t>
            </a:r>
            <a:endParaRPr lang="zh-CN" altLang="zh-CN" dirty="0"/>
          </a:p>
        </p:txBody>
      </p:sp>
      <p:graphicFrame>
        <p:nvGraphicFramePr>
          <p:cNvPr id="2" name="图示 1"/>
          <p:cNvGraphicFramePr/>
          <p:nvPr>
            <p:extLst>
              <p:ext uri="{D42A27DB-BD31-4B8C-83A1-F6EECF244321}">
                <p14:modId xmlns:p14="http://schemas.microsoft.com/office/powerpoint/2010/main" val="3144789394"/>
              </p:ext>
            </p:extLst>
          </p:nvPr>
        </p:nvGraphicFramePr>
        <p:xfrm>
          <a:off x="-354925" y="800707"/>
          <a:ext cx="6511101"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右箭头 2"/>
          <p:cNvSpPr/>
          <p:nvPr/>
        </p:nvSpPr>
        <p:spPr>
          <a:xfrm>
            <a:off x="5650904" y="4495256"/>
            <a:ext cx="649288" cy="322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p:cNvPicPr/>
          <p:nvPr/>
        </p:nvPicPr>
        <p:blipFill>
          <a:blip r:embed="rId7" cstate="print"/>
          <a:stretch>
            <a:fillRect/>
          </a:stretch>
        </p:blipFill>
        <p:spPr>
          <a:xfrm>
            <a:off x="6300192" y="3861048"/>
            <a:ext cx="2657766" cy="1580734"/>
          </a:xfrm>
          <a:prstGeom prst="rect">
            <a:avLst/>
          </a:prstGeom>
        </p:spPr>
      </p:pic>
      <p:pic>
        <p:nvPicPr>
          <p:cNvPr id="11" name="图片 10"/>
          <p:cNvPicPr/>
          <p:nvPr/>
        </p:nvPicPr>
        <p:blipFill>
          <a:blip r:embed="rId8" cstate="print"/>
          <a:stretch>
            <a:fillRect/>
          </a:stretch>
        </p:blipFill>
        <p:spPr>
          <a:xfrm>
            <a:off x="6300192" y="1772816"/>
            <a:ext cx="2675391" cy="1586865"/>
          </a:xfrm>
          <a:prstGeom prst="rect">
            <a:avLst/>
          </a:prstGeom>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13314" name="标题 1"/>
          <p:cNvSpPr>
            <a:spLocks noGrp="1"/>
          </p:cNvSpPr>
          <p:nvPr>
            <p:ph type="title"/>
          </p:nvPr>
        </p:nvSpPr>
        <p:spPr>
          <a:xfrm>
            <a:off x="539552" y="260648"/>
            <a:ext cx="8817502" cy="748665"/>
          </a:xfrm>
          <a:prstGeom prst="rect">
            <a:avLst/>
          </a:prstGeom>
          <a:noFill/>
          <a:ln>
            <a:noFill/>
          </a:ln>
        </p:spPr>
        <p:txBody>
          <a:bodyPr anchor="t"/>
          <a:lstStyle/>
          <a:p>
            <a:pPr algn="l"/>
            <a:r>
              <a:rPr lang="en-US" altLang="zh-CN" dirty="0"/>
              <a:t>2.9  </a:t>
            </a:r>
            <a:r>
              <a:rPr lang="zh-CN" altLang="en-US" dirty="0"/>
              <a:t>使用智能锐化滤镜</a:t>
            </a:r>
            <a:endParaRPr lang="zh-CN" altLang="zh-CN" dirty="0"/>
          </a:p>
        </p:txBody>
      </p:sp>
      <p:graphicFrame>
        <p:nvGraphicFramePr>
          <p:cNvPr id="5" name="图示 4"/>
          <p:cNvGraphicFramePr/>
          <p:nvPr>
            <p:extLst>
              <p:ext uri="{D42A27DB-BD31-4B8C-83A1-F6EECF244321}">
                <p14:modId xmlns:p14="http://schemas.microsoft.com/office/powerpoint/2010/main" val="320970160"/>
              </p:ext>
            </p:extLst>
          </p:nvPr>
        </p:nvGraphicFramePr>
        <p:xfrm>
          <a:off x="161764" y="1196752"/>
          <a:ext cx="6915258"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7" cstate="print"/>
          <a:stretch>
            <a:fillRect/>
          </a:stretch>
        </p:blipFill>
        <p:spPr>
          <a:xfrm>
            <a:off x="7020272" y="1863530"/>
            <a:ext cx="2066978" cy="2448272"/>
          </a:xfrm>
          <a:prstGeom prst="rect">
            <a:avLst/>
          </a:prstGeom>
        </p:spPr>
      </p:pic>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p:nvPr/>
        </p:nvSpPr>
        <p:spPr>
          <a:xfrm>
            <a:off x="0" y="0"/>
            <a:ext cx="9144000" cy="457200"/>
          </a:xfrm>
          <a:prstGeom prst="rect">
            <a:avLst/>
          </a:prstGeom>
          <a:noFill/>
          <a:ln w="9525">
            <a:noFill/>
          </a:ln>
        </p:spPr>
        <p:txBody>
          <a:bodyPr wrap="none" tIns="215832" bIns="209484" anchor="ctr">
            <a:spAutoFit/>
          </a:bodyPr>
          <a:lstStyle/>
          <a:p>
            <a:endParaRPr lang="zh-CN" altLang="en-US" dirty="0">
              <a:solidFill>
                <a:prstClr val="black"/>
              </a:solidFill>
            </a:endParaRPr>
          </a:p>
        </p:txBody>
      </p:sp>
      <p:sp>
        <p:nvSpPr>
          <p:cNvPr id="13314" name="标题 1"/>
          <p:cNvSpPr>
            <a:spLocks noGrp="1"/>
          </p:cNvSpPr>
          <p:nvPr>
            <p:ph type="title"/>
          </p:nvPr>
        </p:nvSpPr>
        <p:spPr>
          <a:xfrm>
            <a:off x="539552" y="260648"/>
            <a:ext cx="8817502" cy="748665"/>
          </a:xfrm>
          <a:prstGeom prst="rect">
            <a:avLst/>
          </a:prstGeom>
          <a:noFill/>
          <a:ln>
            <a:noFill/>
          </a:ln>
        </p:spPr>
        <p:txBody>
          <a:bodyPr anchor="t"/>
          <a:lstStyle/>
          <a:p>
            <a:pPr algn="l"/>
            <a:r>
              <a:rPr lang="en-US" altLang="zh-CN" dirty="0"/>
              <a:t>2.9  </a:t>
            </a:r>
            <a:r>
              <a:rPr lang="zh-CN" altLang="en-US" dirty="0"/>
              <a:t>使用智能锐化滤镜</a:t>
            </a:r>
            <a:endParaRPr lang="zh-CN" altLang="zh-CN" dirty="0"/>
          </a:p>
        </p:txBody>
      </p:sp>
      <p:graphicFrame>
        <p:nvGraphicFramePr>
          <p:cNvPr id="5" name="图示 4"/>
          <p:cNvGraphicFramePr/>
          <p:nvPr>
            <p:extLst>
              <p:ext uri="{D42A27DB-BD31-4B8C-83A1-F6EECF244321}">
                <p14:modId xmlns:p14="http://schemas.microsoft.com/office/powerpoint/2010/main" val="4262050711"/>
              </p:ext>
            </p:extLst>
          </p:nvPr>
        </p:nvGraphicFramePr>
        <p:xfrm>
          <a:off x="170638" y="1052736"/>
          <a:ext cx="8802724" cy="2952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4"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pic>
        <p:nvPicPr>
          <p:cNvPr id="8" name="图片 7"/>
          <p:cNvPicPr/>
          <p:nvPr/>
        </p:nvPicPr>
        <p:blipFill>
          <a:blip r:embed="rId7" cstate="print"/>
          <a:stretch>
            <a:fillRect/>
          </a:stretch>
        </p:blipFill>
        <p:spPr>
          <a:xfrm>
            <a:off x="1403648" y="4005064"/>
            <a:ext cx="5040560" cy="1800200"/>
          </a:xfrm>
          <a:prstGeom prst="rect">
            <a:avLst/>
          </a:prstGeom>
        </p:spPr>
      </p:pic>
    </p:spTree>
    <p:extLst>
      <p:ext uri="{BB962C8B-B14F-4D97-AF65-F5344CB8AC3E}">
        <p14:creationId xmlns:p14="http://schemas.microsoft.com/office/powerpoint/2010/main" val="2322415867"/>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p:nvPr/>
        </p:nvSpPr>
        <p:spPr>
          <a:xfrm>
            <a:off x="0" y="0"/>
            <a:ext cx="9144000" cy="457200"/>
          </a:xfrm>
          <a:prstGeom prst="rect">
            <a:avLst/>
          </a:prstGeom>
          <a:noFill/>
          <a:ln w="9525">
            <a:noFill/>
          </a:ln>
        </p:spPr>
        <p:txBody>
          <a:bodyPr wrap="none" tIns="215832" bIns="209484" anchor="ctr">
            <a:spAutoFit/>
          </a:bodyPr>
          <a:lstStyle/>
          <a:p>
            <a:pPr lvl="0"/>
            <a:endParaRPr lang="zh-CN" altLang="en-US" dirty="0">
              <a:latin typeface="Calibri" panose="020F0502020204030204" pitchFamily="34" charset="0"/>
              <a:ea typeface="宋体" panose="02010600030101010101" pitchFamily="2" charset="-122"/>
            </a:endParaRPr>
          </a:p>
        </p:txBody>
      </p:sp>
      <p:sp>
        <p:nvSpPr>
          <p:cNvPr id="30722" name="标题 1"/>
          <p:cNvSpPr>
            <a:spLocks noGrp="1"/>
          </p:cNvSpPr>
          <p:nvPr>
            <p:ph type="title"/>
          </p:nvPr>
        </p:nvSpPr>
        <p:spPr>
          <a:xfrm>
            <a:off x="323850" y="156845"/>
            <a:ext cx="8229600" cy="748665"/>
          </a:xfrm>
          <a:prstGeom prst="rect">
            <a:avLst/>
          </a:prstGeom>
          <a:noFill/>
          <a:ln>
            <a:noFill/>
          </a:ln>
        </p:spPr>
        <p:txBody>
          <a:bodyPr anchor="t"/>
          <a:lstStyle/>
          <a:p>
            <a:pPr algn="l"/>
            <a:r>
              <a:rPr lang="zh-CN" altLang="zh-CN" dirty="0"/>
              <a:t>作业：</a:t>
            </a:r>
            <a:br>
              <a:rPr lang="zh-CN" altLang="zh-CN" dirty="0"/>
            </a:br>
            <a:endParaRPr lang="zh-CN" altLang="en-US" dirty="0"/>
          </a:p>
        </p:txBody>
      </p:sp>
      <p:sp>
        <p:nvSpPr>
          <p:cNvPr id="30723" name="矩形 2"/>
          <p:cNvSpPr/>
          <p:nvPr/>
        </p:nvSpPr>
        <p:spPr>
          <a:xfrm>
            <a:off x="683568" y="1628800"/>
            <a:ext cx="7488238" cy="3724096"/>
          </a:xfrm>
          <a:prstGeom prst="rect">
            <a:avLst/>
          </a:prstGeom>
          <a:noFill/>
          <a:ln w="9525">
            <a:noFill/>
          </a:ln>
        </p:spPr>
        <p:txBody>
          <a:bodyPr anchor="t">
            <a:spAutoFit/>
          </a:bodyPr>
          <a:lstStyle/>
          <a:p>
            <a:r>
              <a:rPr lang="zh-CN" altLang="zh-CN" b="1" dirty="0"/>
              <a:t>一、模拟练习</a:t>
            </a:r>
            <a:endParaRPr lang="zh-CN" altLang="zh-CN" dirty="0"/>
          </a:p>
          <a:p>
            <a:pPr indent="457200"/>
            <a:r>
              <a:rPr lang="zh-CN" altLang="en-US" sz="2000" dirty="0"/>
              <a:t>打开“模拟”文件目录，选择“</a:t>
            </a:r>
            <a:r>
              <a:rPr lang="en-US" altLang="zh-CN" sz="2000" dirty="0"/>
              <a:t>02Lesson/</a:t>
            </a:r>
            <a:r>
              <a:rPr lang="zh-CN" altLang="en-US" sz="2000" dirty="0"/>
              <a:t>模拟</a:t>
            </a:r>
            <a:r>
              <a:rPr lang="en-US" altLang="zh-CN" sz="2000" dirty="0"/>
              <a:t>/02</a:t>
            </a:r>
            <a:r>
              <a:rPr lang="zh-CN" altLang="en-US" sz="2000" dirty="0"/>
              <a:t>模拟</a:t>
            </a:r>
            <a:r>
              <a:rPr lang="en-US" altLang="zh-CN" sz="2000" dirty="0" err="1"/>
              <a:t>Compelet</a:t>
            </a:r>
            <a:r>
              <a:rPr lang="zh-CN" altLang="en-US" sz="2000" dirty="0"/>
              <a:t>（</a:t>
            </a:r>
            <a:r>
              <a:rPr lang="en-US" altLang="zh-CN" sz="2000" dirty="0"/>
              <a:t>CC 2017</a:t>
            </a:r>
            <a:r>
              <a:rPr lang="zh-CN" altLang="en-US" sz="2000" dirty="0"/>
              <a:t>）</a:t>
            </a:r>
            <a:r>
              <a:rPr lang="en-US" altLang="zh-CN" sz="2000" dirty="0"/>
              <a:t>.</a:t>
            </a:r>
            <a:r>
              <a:rPr lang="en-US" altLang="zh-CN" sz="2000" dirty="0" err="1"/>
              <a:t>psd</a:t>
            </a:r>
            <a:r>
              <a:rPr lang="en-US" altLang="zh-CN" sz="2000" dirty="0"/>
              <a:t>”</a:t>
            </a:r>
            <a:r>
              <a:rPr lang="zh-CN" altLang="en-US" sz="2000" dirty="0"/>
              <a:t>文件进行浏览，根据上述知识点完成对旧照片的修复。使用“素材”文件夹中的文件做一个类似的作品。作品资料已完整提供，可从</a:t>
            </a:r>
            <a:r>
              <a:rPr lang="en-US" altLang="zh-CN" sz="2000" dirty="0"/>
              <a:t>http:// nclass.infoepoch.net</a:t>
            </a:r>
            <a:r>
              <a:rPr lang="zh-CN" altLang="en-US" sz="2000" dirty="0"/>
              <a:t>网站下载。</a:t>
            </a:r>
          </a:p>
          <a:p>
            <a:r>
              <a:rPr lang="zh-CN" altLang="en-US" sz="2000" dirty="0"/>
              <a:t>提示</a:t>
            </a:r>
            <a:r>
              <a:rPr lang="en-US" altLang="zh-CN" sz="2000" dirty="0"/>
              <a:t>1</a:t>
            </a:r>
            <a:r>
              <a:rPr lang="zh-CN" altLang="en-US" sz="2000" dirty="0"/>
              <a:t>：使用“污点修复画笔工具”修复照片的折痕。</a:t>
            </a:r>
          </a:p>
          <a:p>
            <a:pPr indent="457200"/>
            <a:r>
              <a:rPr lang="en-US" altLang="zh-CN" sz="2000" dirty="0"/>
              <a:t>2</a:t>
            </a:r>
            <a:r>
              <a:rPr lang="zh-CN" altLang="en-US" sz="2000" dirty="0"/>
              <a:t>：使用调整图层对图片色彩进行调整。</a:t>
            </a:r>
          </a:p>
          <a:p>
            <a:pPr indent="457200"/>
            <a:r>
              <a:rPr lang="en-US" altLang="zh-CN" sz="2000" dirty="0"/>
              <a:t>3</a:t>
            </a:r>
            <a:r>
              <a:rPr lang="zh-CN" altLang="en-US" sz="2000" dirty="0"/>
              <a:t>：对图片进行“智能锐化”。</a:t>
            </a:r>
          </a:p>
          <a:p>
            <a:r>
              <a:rPr lang="zh-CN" altLang="zh-CN" b="1" dirty="0" smtClean="0"/>
              <a:t>二</a:t>
            </a:r>
            <a:r>
              <a:rPr lang="zh-CN" altLang="zh-CN" b="1" dirty="0"/>
              <a:t>、自主创意</a:t>
            </a:r>
          </a:p>
          <a:p>
            <a:pPr indent="457200"/>
            <a:r>
              <a:rPr lang="zh-CN" altLang="zh-CN" sz="2000" dirty="0"/>
              <a:t>自主针对某一个背景图片文件，应用本章所学习知识，尽量使用到本章所介绍的工具进行自主创意设计作品。你也可以把自己完成的作品上传到课程网站进行交流</a:t>
            </a:r>
            <a:r>
              <a:rPr lang="zh-CN" altLang="zh-CN" sz="2000" dirty="0" smtClean="0"/>
              <a:t>。</a:t>
            </a:r>
            <a:endParaRPr lang="zh-CN" altLang="zh-CN" sz="2000" dirty="0"/>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1492</Words>
  <Application>Microsoft Office PowerPoint</Application>
  <PresentationFormat>全屏显示(4:3)</PresentationFormat>
  <Paragraphs>90</Paragraphs>
  <Slides>17</Slides>
  <Notes>0</Notes>
  <HiddenSlides>0</HiddenSlides>
  <MMClips>0</MMClip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Office 主题</vt:lpstr>
      <vt:lpstr>第二章 照片校正基础</vt:lpstr>
      <vt:lpstr>本章主要内容</vt:lpstr>
      <vt:lpstr>本章案例介绍</vt:lpstr>
      <vt:lpstr>2.1 预览完成的课件</vt:lpstr>
      <vt:lpstr>2.2  前期修饰方案</vt:lpstr>
      <vt:lpstr>2.2.1  安排合理的处理步骤</vt:lpstr>
      <vt:lpstr>2.2.2分辨率和图片尺寸</vt:lpstr>
      <vt:lpstr>2.3  了解图片分辨率尺寸</vt:lpstr>
      <vt:lpstr>2.4  使用“裁剪工具”修齐和裁剪图像</vt:lpstr>
      <vt:lpstr>2.4  使用“裁剪工具”修齐和裁剪图像</vt:lpstr>
      <vt:lpstr>2.5  快速调整图像颜色和色调</vt:lpstr>
      <vt:lpstr>2.6  使用污点修复画笔工具  </vt:lpstr>
      <vt:lpstr>2.7  使用修补工具  </vt:lpstr>
      <vt:lpstr>2.8  使用仿制图章工具</vt:lpstr>
      <vt:lpstr>2.9  使用智能锐化滤镜</vt:lpstr>
      <vt:lpstr>2.9  使用智能锐化滤镜</vt:lpstr>
      <vt:lpstr>作业：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mml</dc:creator>
  <cp:lastModifiedBy>Administrator</cp:lastModifiedBy>
  <cp:revision>75</cp:revision>
  <dcterms:created xsi:type="dcterms:W3CDTF">2016-04-21T05:37:09Z</dcterms:created>
  <dcterms:modified xsi:type="dcterms:W3CDTF">2017-12-19T06:36:30Z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